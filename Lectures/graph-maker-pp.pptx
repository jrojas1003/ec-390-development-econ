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5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4" r:id="rId35"/>
    <p:sldId id="290" r:id="rId36"/>
    <p:sldId id="292" r:id="rId37"/>
    <p:sldId id="293" r:id="rId38"/>
    <p:sldId id="291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4661"/>
  </p:normalViewPr>
  <p:slideViewPr>
    <p:cSldViewPr snapToGrid="0">
      <p:cViewPr varScale="1">
        <p:scale>
          <a:sx n="114" d="100"/>
          <a:sy n="114" d="100"/>
        </p:scale>
        <p:origin x="3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F6188-8EB9-A643-A05C-94D1DA380893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BD580-D0B3-4B46-A2F6-1B1323FB5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7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BD580-D0B3-4B46-A2F6-1B1323FB556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597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4788-1A38-394E-CDD0-AA098D17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70083-9032-158D-FBCF-5B2EA62C01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3AC29-1F37-309A-AE4E-A1E1457E3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349C5-46F6-41D9-875F-E3120649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58E-5A78-A3AA-4C28-7C5DB074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320-F435-89D0-1AFD-5801E77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1E6E6-2CB0-607C-D772-EF7A34EA3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5A7AB-3910-E8C3-E707-1B89DAEE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43040-9581-4D1C-3DDC-322F24EB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2E88-4E90-A61C-9CAA-DC08F093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0948-0293-63E9-090B-34F6F838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D2FB6-C96E-6CD5-F808-ED8EEAB98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4C1D0-DAE3-5A74-105D-636AF43E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8CBF9-D082-E196-6B8D-4A28C594D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428D4-A18F-E051-8916-66384D55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7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E579-C8D8-C0CD-1C9D-75B3AFA8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C6B04-042E-A1EF-CFFD-9DD017F81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CBFB3-082F-4324-15A8-E1910016C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DD693-4A08-5178-BF68-8ED5001C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C930-FC55-14E9-C79F-5DEF9ECF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CA96B-112B-4312-CA88-D6FCD7F3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8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1897B-A131-A833-F5DA-089CBD59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6F12-EDD5-C4CE-2E0B-A7764D54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6EAA8-19A9-E80F-8434-5BD2EE1F5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15564-AD96-5231-5219-A44320EFE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AA33D-643C-B8D0-FB81-49DBC3DED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B8DB91-1A85-ED54-0956-AC841F06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79032-3C00-5A5F-3C43-B90E14E2B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15B2-A5FD-F7A3-393D-31489E74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7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E0C1-7235-AB48-7F9B-57A0BB2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C4191-C2B7-7CDA-5CA7-CAB02D1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D5646B-3E56-46E9-1347-6128CE933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B1C92-0445-B99A-9F7B-820B0501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64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68974-3B14-D9A3-6E49-74C1C94E3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39414-EBE8-D1A0-4C15-122A0858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D5734-9213-4389-F40C-72FF6DA8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40EE-2627-B0B9-5E31-51015F16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07C40-D97A-FCE1-8CC9-B328D5987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D9997-4F6C-31F3-9D28-0B1F6E617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989F4-22E6-C0B0-8269-98D802B5C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E91D-2683-F1D8-0F69-DA67F3D4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8B561-C7F3-6745-4574-98187A3C8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1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71B8-51B1-48E5-BC81-1A9055EE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DDF70C-1AA2-9707-B963-E14533247F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70A5-C873-02E4-8D5D-BD6736C97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682C2-8858-2649-509F-757D7D2F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CB31E-40EA-D3C8-EBCF-4BD3999E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1BFF9-2823-62FE-C648-C1F651C7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43CE-6B89-DA59-46B5-AFA406B8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9F15B-2FA2-64FB-8437-0BC98D547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86338-4F8B-EB2F-3771-98A6401B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75FF3-8485-CEF9-F54D-1775A545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9DCD7-692B-2582-A54D-645A7B2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1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1D28F-A8F0-A21C-E139-1E0E095CB7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3992C-312B-662C-7B86-0A7F4F4C2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35DB-FA70-CDC4-C6EB-9358C223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30B60-8020-E6E4-CA71-F9105AA9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E371-879E-479E-5A27-291480FED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04B0-D19C-9959-D6BC-FEB5EDC1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B6225-3AA1-6BDF-CE40-A0BCFE77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82DE-EE74-16D4-F8BC-DA60B1BBB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64A3-C150-4636-B8BE-2AA93CC227AD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C24E3-D397-D4FA-61D8-5E696823F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D1EEF-EED8-5AE6-874F-CE803D41F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58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5.png"/><Relationship Id="rId5" Type="http://schemas.openxmlformats.org/officeDocument/2006/relationships/image" Target="../media/image27.png"/><Relationship Id="rId10" Type="http://schemas.openxmlformats.org/officeDocument/2006/relationships/image" Target="../media/image33.png"/><Relationship Id="rId4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6.png"/><Relationship Id="rId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1.png"/><Relationship Id="rId9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3" Type="http://schemas.openxmlformats.org/officeDocument/2006/relationships/image" Target="../media/image58.png"/><Relationship Id="rId21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" Type="http://schemas.openxmlformats.org/officeDocument/2006/relationships/image" Target="../media/image57.png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24" Type="http://schemas.openxmlformats.org/officeDocument/2006/relationships/image" Target="../media/image79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78.png"/><Relationship Id="rId10" Type="http://schemas.openxmlformats.org/officeDocument/2006/relationships/image" Target="../media/image65.png"/><Relationship Id="rId19" Type="http://schemas.openxmlformats.org/officeDocument/2006/relationships/image" Target="../media/image74.png"/><Relationship Id="rId4" Type="http://schemas.openxmlformats.org/officeDocument/2006/relationships/image" Target="../media/image59.png"/><Relationship Id="rId9" Type="http://schemas.openxmlformats.org/officeDocument/2006/relationships/image" Target="../media/image64.png"/><Relationship Id="rId14" Type="http://schemas.openxmlformats.org/officeDocument/2006/relationships/image" Target="../media/image69.png"/><Relationship Id="rId22" Type="http://schemas.openxmlformats.org/officeDocument/2006/relationships/image" Target="../media/image7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Relationship Id="rId9" Type="http://schemas.openxmlformats.org/officeDocument/2006/relationships/image" Target="../media/image9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10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98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0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97.png"/><Relationship Id="rId7" Type="http://schemas.openxmlformats.org/officeDocument/2006/relationships/image" Target="../media/image99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107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97.png"/><Relationship Id="rId7" Type="http://schemas.openxmlformats.org/officeDocument/2006/relationships/image" Target="../media/image99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10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97.png"/><Relationship Id="rId7" Type="http://schemas.openxmlformats.org/officeDocument/2006/relationships/image" Target="../media/image99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10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B82752-7931-FACB-4C51-4C607B9BD51E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164169-1AB8-10A8-5A39-050A828D536B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FDC559B-2C3F-EC64-82F2-7BAED42BC41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5C29BC-E870-65EE-E2E2-C2E5BA85AB97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E90807-EC1B-B16A-A179-74E484A1B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412B364-1DA7-2B43-5419-2AF1123F8508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F6510C-0F6E-7AB5-980D-7B03F1FFA6DB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/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28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EEED-8D95-42DF-4DB6-E5FAAB4D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4EB83-1C42-9F6F-0AD6-166EC3AFCBD6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C45A98-DE26-4834-CE51-F83700A55CF0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227E1D-6ED4-C05C-0059-8C659FDF70F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2C8F2F6-B63E-6B4D-1A38-805EA21114C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0B5B25-9ACE-73DF-7F40-47A92DA93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8819047-FE75-2837-DE57-A6B5E91A0002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3139A0-36AD-B21D-BEB3-A73019CBD928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A99B44C-E8AB-0D56-E5B7-640423B11340}"/>
              </a:ext>
            </a:extLst>
          </p:cNvPr>
          <p:cNvSpPr/>
          <p:nvPr/>
        </p:nvSpPr>
        <p:spPr>
          <a:xfrm>
            <a:off x="1335790" y="1228725"/>
            <a:ext cx="8322560" cy="4611505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/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3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F2E2AF-538B-4E8E-8125-3039C083DB53}"/>
              </a:ext>
            </a:extLst>
          </p:cNvPr>
          <p:cNvCxnSpPr/>
          <p:nvPr/>
        </p:nvCxnSpPr>
        <p:spPr>
          <a:xfrm flipV="1">
            <a:off x="9029700" y="1396485"/>
            <a:ext cx="0" cy="537092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2E0356-54C8-1E7C-0A18-9F06BF235EF3}"/>
              </a:ext>
            </a:extLst>
          </p:cNvPr>
          <p:cNvCxnSpPr>
            <a:cxnSpLocks/>
          </p:cNvCxnSpPr>
          <p:nvPr/>
        </p:nvCxnSpPr>
        <p:spPr>
          <a:xfrm>
            <a:off x="6550865" y="6092273"/>
            <a:ext cx="716710" cy="0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B4A3A2-2C7A-A537-36EC-461D0C0EF2A7}"/>
              </a:ext>
            </a:extLst>
          </p:cNvPr>
          <p:cNvCxnSpPr>
            <a:cxnSpLocks/>
          </p:cNvCxnSpPr>
          <p:nvPr/>
        </p:nvCxnSpPr>
        <p:spPr>
          <a:xfrm>
            <a:off x="7548260" y="1622336"/>
            <a:ext cx="0" cy="424506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AD12D76-2E38-3D9C-5EC9-BDBB34453CAA}"/>
              </a:ext>
            </a:extLst>
          </p:cNvPr>
          <p:cNvSpPr/>
          <p:nvPr/>
        </p:nvSpPr>
        <p:spPr>
          <a:xfrm>
            <a:off x="7474394" y="153084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/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94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8DAAC-1853-2675-0B65-41847080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B635B0-2824-8D65-EDFF-5F0EF9997154}"/>
              </a:ext>
            </a:extLst>
          </p:cNvPr>
          <p:cNvCxnSpPr>
            <a:cxnSpLocks/>
          </p:cNvCxnSpPr>
          <p:nvPr/>
        </p:nvCxnSpPr>
        <p:spPr>
          <a:xfrm>
            <a:off x="8080057" y="2212786"/>
            <a:ext cx="0" cy="365461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5AD14EE-901C-192B-8602-5E13E3D98A8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FB6ED9-8A9A-8F89-47FB-5F2B72E45A5C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1E69A5-513E-2C98-A4BC-B1801DAA5A5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7FE33C1-40D4-2FCB-1C51-B4221440E0B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AE8362-B342-88B0-120E-47F4D3C0D5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3093A31-DE40-F2B6-EBC2-F38A091C84F3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7743C0-D4D5-F34E-8A70-755E5D7B5DE6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C5AB320-9CF9-7CB3-81B2-225B1ED5A419}"/>
              </a:ext>
            </a:extLst>
          </p:cNvPr>
          <p:cNvSpPr/>
          <p:nvPr/>
        </p:nvSpPr>
        <p:spPr>
          <a:xfrm>
            <a:off x="8006191" y="212129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FB76BDB1-0A0D-F8E1-0DC3-C7187A09C5D1}"/>
              </a:ext>
            </a:extLst>
          </p:cNvPr>
          <p:cNvSpPr/>
          <p:nvPr/>
        </p:nvSpPr>
        <p:spPr>
          <a:xfrm rot="17821239">
            <a:off x="7648197" y="2014106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28F5889-FFC1-ED22-8C4B-1C0674A6EBBF}"/>
              </a:ext>
            </a:extLst>
          </p:cNvPr>
          <p:cNvSpPr/>
          <p:nvPr/>
        </p:nvSpPr>
        <p:spPr>
          <a:xfrm rot="17821239">
            <a:off x="7168582" y="2106439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EF759F05-14D9-50B5-7C66-89B2FCAEBEE6}"/>
              </a:ext>
            </a:extLst>
          </p:cNvPr>
          <p:cNvSpPr/>
          <p:nvPr/>
        </p:nvSpPr>
        <p:spPr>
          <a:xfrm rot="17749112">
            <a:off x="6690942" y="2207854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/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49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4EEC-2A00-103C-74EC-D8692DA5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2164ED-969B-37C4-1898-0BECC7F0426F}"/>
              </a:ext>
            </a:extLst>
          </p:cNvPr>
          <p:cNvCxnSpPr>
            <a:cxnSpLocks/>
          </p:cNvCxnSpPr>
          <p:nvPr/>
        </p:nvCxnSpPr>
        <p:spPr>
          <a:xfrm>
            <a:off x="3595571" y="3356423"/>
            <a:ext cx="0" cy="2510978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372CE8E-10DE-B914-3AD2-38838E05D8D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96B5CA-4FD5-D78A-75E5-EB42D4D82E52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E799FB-7605-5793-51F8-AEEFBCA6EBE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FDDF99-5E18-E2D6-BB60-3B4EF3DDC5F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2D7785-376A-DE09-5353-5776709FA1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9D87B6-4499-5EC1-4D5C-312BC2D5CD15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FA84B19-F717-A8DA-E872-EB65D76B9349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013D2662-5AA3-9A12-C6F6-9FF5561A815B}"/>
              </a:ext>
            </a:extLst>
          </p:cNvPr>
          <p:cNvSpPr/>
          <p:nvPr/>
        </p:nvSpPr>
        <p:spPr>
          <a:xfrm>
            <a:off x="3521705" y="3264932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/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alf Frame 9">
            <a:extLst>
              <a:ext uri="{FF2B5EF4-FFF2-40B4-BE49-F238E27FC236}">
                <a16:creationId xmlns:a16="http://schemas.microsoft.com/office/drawing/2014/main" id="{D0A50D52-C4EF-722D-6E07-9B10E519FAF5}"/>
              </a:ext>
            </a:extLst>
          </p:cNvPr>
          <p:cNvSpPr/>
          <p:nvPr/>
        </p:nvSpPr>
        <p:spPr>
          <a:xfrm rot="6767591">
            <a:off x="3644093" y="3062694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C350BD69-C050-1879-5D15-8CC2A41B7608}"/>
              </a:ext>
            </a:extLst>
          </p:cNvPr>
          <p:cNvSpPr/>
          <p:nvPr/>
        </p:nvSpPr>
        <p:spPr>
          <a:xfrm rot="6860272">
            <a:off x="4108863" y="2884983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Half Frame 13">
            <a:extLst>
              <a:ext uri="{FF2B5EF4-FFF2-40B4-BE49-F238E27FC236}">
                <a16:creationId xmlns:a16="http://schemas.microsoft.com/office/drawing/2014/main" id="{A29F9D81-CD26-9663-5E44-A45E5E535BF1}"/>
              </a:ext>
            </a:extLst>
          </p:cNvPr>
          <p:cNvSpPr/>
          <p:nvPr/>
        </p:nvSpPr>
        <p:spPr>
          <a:xfrm rot="6801423">
            <a:off x="4554994" y="2745712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7C638A47-453F-C377-FD61-E312014A79C3}"/>
              </a:ext>
            </a:extLst>
          </p:cNvPr>
          <p:cNvSpPr/>
          <p:nvPr/>
        </p:nvSpPr>
        <p:spPr>
          <a:xfrm rot="7290787">
            <a:off x="5035381" y="2598726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7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2D9E47-D892-1DAD-68B4-E7C1C1D0E6D6}"/>
              </a:ext>
            </a:extLst>
          </p:cNvPr>
          <p:cNvCxnSpPr>
            <a:cxnSpLocks/>
          </p:cNvCxnSpPr>
          <p:nvPr/>
        </p:nvCxnSpPr>
        <p:spPr>
          <a:xfrm flipV="1">
            <a:off x="5617029" y="3706836"/>
            <a:ext cx="0" cy="220018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C75B85-168A-6337-552D-EC9890F20A81}"/>
              </a:ext>
            </a:extLst>
          </p:cNvPr>
          <p:cNvCxnSpPr>
            <a:cxnSpLocks/>
          </p:cNvCxnSpPr>
          <p:nvPr/>
        </p:nvCxnSpPr>
        <p:spPr>
          <a:xfrm flipV="1">
            <a:off x="3783875" y="3297066"/>
            <a:ext cx="0" cy="25829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062C6D-FE49-268B-1BB1-717D4E25C04E}"/>
              </a:ext>
            </a:extLst>
          </p:cNvPr>
          <p:cNvCxnSpPr>
            <a:cxnSpLocks/>
          </p:cNvCxnSpPr>
          <p:nvPr/>
        </p:nvCxnSpPr>
        <p:spPr>
          <a:xfrm>
            <a:off x="1335789" y="3297066"/>
            <a:ext cx="244808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F87927-AC59-BD11-AEFA-4A86794337F4}"/>
              </a:ext>
            </a:extLst>
          </p:cNvPr>
          <p:cNvCxnSpPr>
            <a:cxnSpLocks/>
          </p:cNvCxnSpPr>
          <p:nvPr/>
        </p:nvCxnSpPr>
        <p:spPr>
          <a:xfrm>
            <a:off x="1335789" y="3706836"/>
            <a:ext cx="428123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925731C-2E71-2071-8BE4-630ED06B9E7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E79B95-F02A-5C8B-2398-E0530D84F68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A185E-B917-4A93-3425-C04D1E9A0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399A4BB7-A917-FF6E-3D36-F0C917A277F7}"/>
              </a:ext>
            </a:extLst>
          </p:cNvPr>
          <p:cNvSpPr/>
          <p:nvPr/>
        </p:nvSpPr>
        <p:spPr>
          <a:xfrm>
            <a:off x="2646206" y="2089294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38AF82C-9C35-E842-1678-31547E269781}"/>
              </a:ext>
            </a:extLst>
          </p:cNvPr>
          <p:cNvSpPr/>
          <p:nvPr/>
        </p:nvSpPr>
        <p:spPr>
          <a:xfrm>
            <a:off x="2995748" y="2724308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/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/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/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$/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𝒖𝒏𝒊𝒕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/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/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/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B847CE6-3F7E-9911-B52A-93E2AE789DCD}"/>
              </a:ext>
            </a:extLst>
          </p:cNvPr>
          <p:cNvSpPr/>
          <p:nvPr/>
        </p:nvSpPr>
        <p:spPr>
          <a:xfrm>
            <a:off x="3728486" y="3188286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1D7DEC-6C55-B04A-EF45-E36EC97A1C89}"/>
              </a:ext>
            </a:extLst>
          </p:cNvPr>
          <p:cNvSpPr/>
          <p:nvPr/>
        </p:nvSpPr>
        <p:spPr>
          <a:xfrm>
            <a:off x="5534455" y="358895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/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/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4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F4D7E7-FB3F-7200-179D-35D67C4E4B9A}"/>
              </a:ext>
            </a:extLst>
          </p:cNvPr>
          <p:cNvCxnSpPr>
            <a:cxnSpLocks/>
          </p:cNvCxnSpPr>
          <p:nvPr/>
        </p:nvCxnSpPr>
        <p:spPr>
          <a:xfrm flipV="1">
            <a:off x="4535361" y="3847171"/>
            <a:ext cx="0" cy="20328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6AE7060-3674-AD94-1648-EB0E1E430E51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A8961A-BD11-83EB-B13E-42E0F4BD83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4CF508D-64F2-8460-DC17-444A3B56F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4A5C1-4EC1-378F-86C1-A4E947DD60A1}"/>
              </a:ext>
            </a:extLst>
          </p:cNvPr>
          <p:cNvCxnSpPr>
            <a:cxnSpLocks/>
          </p:cNvCxnSpPr>
          <p:nvPr/>
        </p:nvCxnSpPr>
        <p:spPr>
          <a:xfrm flipV="1">
            <a:off x="1307976" y="804672"/>
            <a:ext cx="8081351" cy="50756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1DF412-5B60-26F4-277D-D04F77A738C5}"/>
              </a:ext>
            </a:extLst>
          </p:cNvPr>
          <p:cNvSpPr txBox="1"/>
          <p:nvPr/>
        </p:nvSpPr>
        <p:spPr>
          <a:xfrm rot="16200000">
            <a:off x="-1158394" y="2987777"/>
            <a:ext cx="4070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Individual Investment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A629B-2CF4-357B-3EC0-FE2A4625E870}"/>
              </a:ext>
            </a:extLst>
          </p:cNvPr>
          <p:cNvSpPr txBox="1"/>
          <p:nvPr/>
        </p:nvSpPr>
        <p:spPr>
          <a:xfrm>
            <a:off x="6271574" y="6027980"/>
            <a:ext cx="345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Average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/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6">
            <a:extLst>
              <a:ext uri="{FF2B5EF4-FFF2-40B4-BE49-F238E27FC236}">
                <a16:creationId xmlns:a16="http://schemas.microsoft.com/office/drawing/2014/main" id="{CBA51270-9D56-F9B4-93F2-3B38B988631E}"/>
              </a:ext>
            </a:extLst>
          </p:cNvPr>
          <p:cNvSpPr/>
          <p:nvPr/>
        </p:nvSpPr>
        <p:spPr>
          <a:xfrm>
            <a:off x="1349299" y="1059370"/>
            <a:ext cx="8541834" cy="4293215"/>
          </a:xfrm>
          <a:custGeom>
            <a:avLst/>
            <a:gdLst>
              <a:gd name="connsiteX0" fmla="*/ 0 w 9177453"/>
              <a:gd name="connsiteY0" fmla="*/ 4832345 h 4832345"/>
              <a:gd name="connsiteX1" fmla="*/ 1984917 w 9177453"/>
              <a:gd name="connsiteY1" fmla="*/ 4486658 h 4832345"/>
              <a:gd name="connsiteX2" fmla="*/ 2587082 w 9177453"/>
              <a:gd name="connsiteY2" fmla="*/ 2836277 h 4832345"/>
              <a:gd name="connsiteX3" fmla="*/ 5843239 w 9177453"/>
              <a:gd name="connsiteY3" fmla="*/ 2044540 h 4832345"/>
              <a:gd name="connsiteX4" fmla="*/ 7014117 w 9177453"/>
              <a:gd name="connsiteY4" fmla="*/ 204589 h 4832345"/>
              <a:gd name="connsiteX5" fmla="*/ 9177453 w 9177453"/>
              <a:gd name="connsiteY5" fmla="*/ 126531 h 483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453" h="4832345">
                <a:moveTo>
                  <a:pt x="0" y="4832345"/>
                </a:moveTo>
                <a:cubicBezTo>
                  <a:pt x="776868" y="4825840"/>
                  <a:pt x="1553737" y="4819336"/>
                  <a:pt x="1984917" y="4486658"/>
                </a:cubicBezTo>
                <a:cubicBezTo>
                  <a:pt x="2416097" y="4153980"/>
                  <a:pt x="1944029" y="3243297"/>
                  <a:pt x="2587082" y="2836277"/>
                </a:cubicBezTo>
                <a:cubicBezTo>
                  <a:pt x="3230135" y="2429257"/>
                  <a:pt x="5105400" y="2483155"/>
                  <a:pt x="5843239" y="2044540"/>
                </a:cubicBezTo>
                <a:cubicBezTo>
                  <a:pt x="6581078" y="1605925"/>
                  <a:pt x="6458415" y="524257"/>
                  <a:pt x="7014117" y="204589"/>
                </a:cubicBezTo>
                <a:cubicBezTo>
                  <a:pt x="7569819" y="-115079"/>
                  <a:pt x="8373636" y="5726"/>
                  <a:pt x="9177453" y="12653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14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F9DB67-769D-3764-A391-03792291D44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C8AFC6-535F-B2CB-6E9A-9851DEB72E1D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40AB92-978F-B1C3-1927-B3617A3D4F01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E73C0-7BDF-7BE0-470A-EAB3D9816CBD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25349E-9E41-B536-9B8F-282D3B45D3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8264A2-E3FB-0854-DE81-AB209B03C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3585855-8E30-ACC7-A093-C8E43ED8FB56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1EF11-3A3B-E352-61FA-6DCE4D124EBA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A6F36-FB29-2CE7-065F-63EEBEF2363C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FA126C-2359-B1AB-C03B-AB4536E41DDD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C5F692-7162-212A-894C-F708E60756CE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9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D7D2BE-6F43-4194-D8E4-B43F8A5C396C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77E06C-D1FF-BDBE-13DC-9CC9E163634B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D2E50A-E00C-46B2-ECC0-772C60EEB28D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D416059-BEB8-DEBF-4724-73C737D4BEFF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7D46D-4C90-CFBD-CC21-F5CB69D606BB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75ECE7-01E5-B0BA-E5FD-B9C987A64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D5AEB8-3D85-FFF8-D75E-64578E8245D1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2619-A12A-EC13-3F5C-32315908C787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30C12-4CA4-6CAF-8A7A-248BC997C845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/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010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2E3BFBA-BB09-0BC1-670A-7A2AC9DDC268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0B12DA-E0A8-F13E-708A-1154CB4D029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83B110-6A70-20D2-C3BE-43DC94E804ED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76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F7DC21-6BA3-8472-7EE7-E22EFBCDDFEA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D3A756-1184-0754-788C-F3935FCB0C5F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2D5D42-1F16-5DA3-9BDA-6119C66538D0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3283ABA-2B68-7DC8-4A54-C0A3CFEF5D4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874B9C9-001F-7838-189E-71A07FCDD79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BFF5613-CD33-3B97-7DF8-6D079B436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1D2227F-3D25-F839-E2BB-E450C3E328CA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80EC04-176F-50A7-02F0-4AEAD6BC451C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96600-5A0E-4037-8A83-D320CB0E9EE9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/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525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1FA8328-7FE3-D634-AA4B-1E6282D9483A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D85741-B9B9-2505-3A3B-D32EA4185FAF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B611504-BDBB-8EFE-33F3-5366978673E1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7AFF45-D622-0470-77A3-3A38376E5209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D302D86-BF42-BBD3-1C36-06F794DA8654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3701-635B-C05F-AE94-9084E64D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3D9148-EB2D-2B56-F9AB-F8DFF9BEE5B3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riangle 1">
            <a:extLst>
              <a:ext uri="{FF2B5EF4-FFF2-40B4-BE49-F238E27FC236}">
                <a16:creationId xmlns:a16="http://schemas.microsoft.com/office/drawing/2014/main" id="{C1A2355D-2193-A6F5-3DF1-F852BDEC49D9}"/>
              </a:ext>
            </a:extLst>
          </p:cNvPr>
          <p:cNvSpPr/>
          <p:nvPr/>
        </p:nvSpPr>
        <p:spPr>
          <a:xfrm>
            <a:off x="1335788" y="1382750"/>
            <a:ext cx="3175247" cy="1857497"/>
          </a:xfrm>
          <a:prstGeom prst="triangle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0F3B56-62A1-CC7B-1BA3-206F2D562198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2114F5-A449-4BF1-4993-CD3CE23D3648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BED17-2BF0-952B-E64A-7E7B51064CA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F23CD3-05AB-02C6-6828-D89DD9FA6E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40AF90-A19B-0A5D-31E5-494274232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A9EAB98-687C-63E1-B8BE-339B5C40207D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408865-A8D1-C1BD-045F-2EF24AC48AA0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755126-311C-7DDD-3FD8-E8F9166947F1}"/>
              </a:ext>
            </a:extLst>
          </p:cNvPr>
          <p:cNvSpPr txBox="1"/>
          <p:nvPr/>
        </p:nvSpPr>
        <p:spPr>
          <a:xfrm>
            <a:off x="3346706" y="932375"/>
            <a:ext cx="2938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Profit from Working on the Farm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C6A9A1-A00E-82DE-69DC-58281BCF2F3B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F7D2CD-784C-39CF-00AF-160A822D9AA6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CD7954-4D5B-F845-8E0E-31924818DADD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2E136E-46E2-F92A-5257-7958DF481F6A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C1EAE47-39B4-502F-2609-78DBBE6F0E49}"/>
              </a:ext>
            </a:extLst>
          </p:cNvPr>
          <p:cNvSpPr txBox="1"/>
          <p:nvPr/>
        </p:nvSpPr>
        <p:spPr>
          <a:xfrm>
            <a:off x="6096000" y="387854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</p:spTree>
    <p:extLst>
      <p:ext uri="{BB962C8B-B14F-4D97-AF65-F5344CB8AC3E}">
        <p14:creationId xmlns:p14="http://schemas.microsoft.com/office/powerpoint/2010/main" val="95896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F938-985F-14E5-70DA-9CBC469B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riangle 23">
            <a:extLst>
              <a:ext uri="{FF2B5EF4-FFF2-40B4-BE49-F238E27FC236}">
                <a16:creationId xmlns:a16="http://schemas.microsoft.com/office/drawing/2014/main" id="{292035BC-5862-F8B4-DDAA-7ABCE49806FA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784656-4C1A-F6A6-0B44-ED89CBD0327E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7B0CAD31-6FE3-AFB5-7363-8781E07FCFBF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C9FCBEB-0EAC-6012-2239-7158E98A8F7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A8A74-2641-6FAA-F51D-0555583B37A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8D2EFD-04C5-1CD2-5658-361F7E25DCAA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ABBBE-44C4-56C7-8357-5B7D5B8C16EB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C2C411C-CEE6-8411-4FE4-74CC79FFDC9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A33C24-A0A9-754E-4C84-8985934D4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8AA95C1-AA9B-F849-37F4-95EEE15A105E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06FF4F-A5B6-0CC6-6EF5-6996B0059EE1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9768E-1BDA-1FBD-6479-FE2BD4E4B500}"/>
              </a:ext>
            </a:extLst>
          </p:cNvPr>
          <p:cNvSpPr txBox="1"/>
          <p:nvPr/>
        </p:nvSpPr>
        <p:spPr>
          <a:xfrm>
            <a:off x="1682681" y="1094090"/>
            <a:ext cx="3768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C5036-01D0-5B52-B37F-4D0787E69DBA}"/>
              </a:ext>
            </a:extLst>
          </p:cNvPr>
          <p:cNvSpPr txBox="1"/>
          <p:nvPr/>
        </p:nvSpPr>
        <p:spPr>
          <a:xfrm>
            <a:off x="2146844" y="2619640"/>
            <a:ext cx="3025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CBF0A-F0BB-9EA0-3A11-2418990596D1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587EA9-7C85-BD9F-0A99-A887E651D46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B1906A-1DC3-B867-A623-7DC0D7545AA8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2E8DA0-E8AD-14A3-A894-26FECBB6D7A9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D06C612-77F0-0530-CD91-4C2FEDF27DF5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736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D0F3-1E57-C39F-4D41-F9864B8F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 1">
            <a:extLst>
              <a:ext uri="{FF2B5EF4-FFF2-40B4-BE49-F238E27FC236}">
                <a16:creationId xmlns:a16="http://schemas.microsoft.com/office/drawing/2014/main" id="{B3894A9F-7134-2975-F6B9-B239350DC68C}"/>
              </a:ext>
            </a:extLst>
          </p:cNvPr>
          <p:cNvSpPr/>
          <p:nvPr/>
        </p:nvSpPr>
        <p:spPr>
          <a:xfrm>
            <a:off x="2127790" y="1858644"/>
            <a:ext cx="2350992" cy="1408659"/>
          </a:xfrm>
          <a:prstGeom prst="triangle">
            <a:avLst>
              <a:gd name="adj" fmla="val 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925F9E1F-F99E-EB1A-A643-DC2301365E63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194A7C-6C8B-69AE-48D5-C4E273158CC0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6E5C5D82-D8F7-D091-C381-1249CD77E311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9E6A04-0B2A-7D39-ECF5-2B51FC860C6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66E086-C6C1-5F09-E494-74CA4F913C5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5549AC-705E-F24E-0D7B-98840E5F6CDC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B256D1C-B15D-B35D-145B-BBAE1BC3FCA6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88E9D05-8220-B3C3-DECC-D0F3BB85D2E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74D75B-44DA-8B4A-7508-22CD187A6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5B12E0-B95C-232C-A4EC-8CF3F3C3D1D9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235DA-9BD8-02F9-D7E7-5E26BC773FB5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9584D-68B7-2047-766C-3C91C68B0658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41ED7-0993-539F-F56F-1B7E1EA9392F}"/>
              </a:ext>
            </a:extLst>
          </p:cNvPr>
          <p:cNvSpPr txBox="1"/>
          <p:nvPr/>
        </p:nvSpPr>
        <p:spPr>
          <a:xfrm>
            <a:off x="336449" y="2942761"/>
            <a:ext cx="9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28F70-FA0D-F568-74DA-E65CE22116D9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9045E1-4F7A-845E-9DE7-1A315BD4A80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9A452B6-D62B-79C5-7B5B-80BFEDC62515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B3FB9D-79A5-F5B8-9A21-ACD9749B44CB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993B6DA-41DE-8E8E-E166-2080D6AB07D6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B3EC6CA-3C0D-2CA2-640A-1D93E22C3A03}"/>
              </a:ext>
            </a:extLst>
          </p:cNvPr>
          <p:cNvSpPr txBox="1"/>
          <p:nvPr/>
        </p:nvSpPr>
        <p:spPr>
          <a:xfrm>
            <a:off x="3664914" y="1807208"/>
            <a:ext cx="2606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Deadweight Loss</a:t>
            </a:r>
          </a:p>
        </p:txBody>
      </p:sp>
    </p:spTree>
    <p:extLst>
      <p:ext uri="{BB962C8B-B14F-4D97-AF65-F5344CB8AC3E}">
        <p14:creationId xmlns:p14="http://schemas.microsoft.com/office/powerpoint/2010/main" val="3915199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2042F24-8C9E-D3DA-60E2-1A1955CD00BC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5152A7-8C70-1AF6-4FFC-01BD8F8AE66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98DC8A5-445A-530D-398F-E00A4565A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D5062A7-9993-FA9E-2BD4-4671CE3CD66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28B8E2-9871-8FC7-5DDE-855D56270F66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2B8E032-6ABC-B56D-BA19-D9A66B2783C3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Freeform 21">
            <a:extLst>
              <a:ext uri="{FF2B5EF4-FFF2-40B4-BE49-F238E27FC236}">
                <a16:creationId xmlns:a16="http://schemas.microsoft.com/office/drawing/2014/main" id="{84BBD803-58C5-8568-2F11-3441929451F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71789B3-53E1-6B32-390A-1DA8D85634EF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6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E4498-D5BB-77B8-3E4C-719B8644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013342-5AFF-B53E-3DB7-A5DBC8D37B8A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AC696FE-BD2D-B2D3-DF43-BCB0E0A58EF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8920B9B-D19E-73B9-979D-19BBBD992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FFD8526-4004-1215-BB9C-A816106A8E08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F4C4F0-FB44-6AA8-2393-EA05B33836DB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B18C64-49DE-DC5F-A3F3-7131EF0F6D87}"/>
              </a:ext>
            </a:extLst>
          </p:cNvPr>
          <p:cNvCxnSpPr>
            <a:cxnSpLocks/>
          </p:cNvCxnSpPr>
          <p:nvPr/>
        </p:nvCxnSpPr>
        <p:spPr>
          <a:xfrm flipV="1">
            <a:off x="1817649" y="1817649"/>
            <a:ext cx="5960483" cy="3590692"/>
          </a:xfrm>
          <a:prstGeom prst="straightConnector1">
            <a:avLst/>
          </a:prstGeom>
          <a:ln w="1270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D41FEA-9242-75C2-1CF6-2323337BA430}"/>
              </a:ext>
            </a:extLst>
          </p:cNvPr>
          <p:cNvSpPr txBox="1"/>
          <p:nvPr/>
        </p:nvSpPr>
        <p:spPr>
          <a:xfrm rot="19795673">
            <a:off x="4653887" y="2297140"/>
            <a:ext cx="3004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Better (Higher Utility)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5337DE1C-88FC-2B5B-9CE5-36ABC60E3DB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reeform 40">
            <a:extLst>
              <a:ext uri="{FF2B5EF4-FFF2-40B4-BE49-F238E27FC236}">
                <a16:creationId xmlns:a16="http://schemas.microsoft.com/office/drawing/2014/main" id="{8D5FDD4D-32FF-631D-4FB8-20E5E045CED6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3D20A22A-DB4D-53C2-89BD-7CE9C2E93AA8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41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110E07F-B658-E259-32B0-26037B814A99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7BA7BB-D0E9-0E64-785C-40C075DD603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061707-38A2-9AC4-D030-05ACE530F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E00D236-7F96-2C9E-7FD2-12F6A47BA69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C1822-0A24-63E4-56A5-0734D3FF08FF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98C55B-95A6-956D-A3A4-5A8D00D50CC8}"/>
              </a:ext>
            </a:extLst>
          </p:cNvPr>
          <p:cNvCxnSpPr>
            <a:cxnSpLocks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35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48AAF-C1EA-2BC5-4E58-16FC0AFC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 30">
            <a:extLst>
              <a:ext uri="{FF2B5EF4-FFF2-40B4-BE49-F238E27FC236}">
                <a16:creationId xmlns:a16="http://schemas.microsoft.com/office/drawing/2014/main" id="{B533CDDB-5E69-D598-2B56-4C6940830D7C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8DC316-0265-679D-3B4B-58D83701D685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CAF974B-3CE9-12E3-246B-FBB2BAB908A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1CBF4BC-0572-5AF6-8722-0B652E193F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EEF6336-FE0A-7945-236E-9A0D13666034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245A-CFA3-0C2B-14F1-CBB91096A95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673FC5-569B-9356-FAB5-0FB6913A07BB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/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8DB6BC-249F-2923-2277-BF599FD42E38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70F69D01-9062-1880-1DE9-2E20F19F3D89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05E219-8E01-2A47-82DE-A6FC8A292C38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591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4537-A34C-B6FB-0C62-079C5E25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1FD270-EBDD-4972-2B1F-1B9E8D9B2C6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F74778-3A54-C1AA-93C2-C2AA63FE4C7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062D9E-EA31-56E7-C48E-5DB9D4366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C111A37-47CE-4B8A-1691-E4FF457152BA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D5754-5FE0-BA27-7E2F-8B2B7A00C74A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04CC72-122C-DAC9-34E6-180A515302E6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7D860FA7-70FA-C31D-0AAB-55FB4EDD085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50D4F-7287-DE06-6FC9-5E7AD8EC2B29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7B78BB4-5859-E0EC-923F-C246B6F2B9A3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8F2767-9370-7A6F-86F4-21712287D8DE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B3000AB-B1E6-6EDF-D11F-FD9487F704B3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586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759F6-7D80-1755-8C0A-35FFAECB7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A845AB8-DAFE-BFDB-B16F-29259FA1AA0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680BB0B-663D-ABFC-02B4-DFF3A7C5BDA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F1E1A5-C3B8-A8B0-1569-5024FEE304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97E302E-F8ED-1BFE-77C0-045B9A580F83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AFD37-2DD3-DF90-0407-503A50DF7C2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A150BF-D26D-151E-8F27-D82C0EEBA621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27E32571-837C-4E99-511B-3DE267CBF33D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1BB1FF-0F4F-3D56-15E6-09DE4E9F0802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0655D9-50FD-3F82-BE89-829CB0733C35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C19792-BAC5-5581-361B-5917129090D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/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EA0E8A0-FCBD-BFF4-2F79-C3FC648D8766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>
            <a:extLst>
              <a:ext uri="{FF2B5EF4-FFF2-40B4-BE49-F238E27FC236}">
                <a16:creationId xmlns:a16="http://schemas.microsoft.com/office/drawing/2014/main" id="{08EC8BD2-1BD4-DC9A-1648-FE252DDDC44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F294B8-4468-9BE6-E08B-27FDA732C31E}"/>
              </a:ext>
            </a:extLst>
          </p:cNvPr>
          <p:cNvCxnSpPr>
            <a:cxnSpLocks/>
          </p:cNvCxnSpPr>
          <p:nvPr/>
        </p:nvCxnSpPr>
        <p:spPr>
          <a:xfrm flipV="1">
            <a:off x="3381025" y="4701367"/>
            <a:ext cx="0" cy="12931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FC2899D-D031-C4CB-DB79-371EDC94FEB8}"/>
              </a:ext>
            </a:extLst>
          </p:cNvPr>
          <p:cNvSpPr/>
          <p:nvPr/>
        </p:nvSpPr>
        <p:spPr>
          <a:xfrm>
            <a:off x="3257950" y="4492235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C10BFB-F27A-8A0A-C82C-76084DEBD7D4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1307210" y="4616091"/>
            <a:ext cx="1950740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/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blipFill>
                <a:blip r:embed="rId7"/>
                <a:stretch>
                  <a:fillRect l="-10204" r="-5306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/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blipFill>
                <a:blip r:embed="rId8"/>
                <a:stretch>
                  <a:fillRect l="-10204" r="-51020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77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27EA5-C5F7-4F20-F4E4-E1F856D2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6A43A9-7C33-5BB0-19FA-9A21EBF14B8A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2A7D70B-945A-307E-E1C7-7283F5D14C41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9790503-29F5-A581-2037-5903ECB4BA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D0CE5D0-2526-0DFD-4061-114A848AC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51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754959-6E05-3BFD-BF54-4E748EEDBE00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B8CE734-5C81-2E0E-E82B-9BA3F610BA7F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4DE1C1-90E9-EDAC-7650-91D8D31E8BCC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FF1FFE6-3E25-4C97-F1A6-02C6E6F076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r="-730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85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B151C-6E06-7941-88E4-638434F9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58882AE-8772-DB7C-B246-11AAFB33F689}"/>
              </a:ext>
            </a:extLst>
          </p:cNvPr>
          <p:cNvCxnSpPr>
            <a:cxnSpLocks/>
          </p:cNvCxnSpPr>
          <p:nvPr/>
        </p:nvCxnSpPr>
        <p:spPr>
          <a:xfrm flipH="1">
            <a:off x="1316736" y="1137424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7235DF-CC31-521A-FBF2-A8F48DB28D54}"/>
              </a:ext>
            </a:extLst>
          </p:cNvPr>
          <p:cNvCxnSpPr>
            <a:cxnSpLocks/>
          </p:cNvCxnSpPr>
          <p:nvPr/>
        </p:nvCxnSpPr>
        <p:spPr>
          <a:xfrm>
            <a:off x="1316736" y="1873405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E83CF59-C142-1E93-6168-69ECF08A5C0D}"/>
              </a:ext>
            </a:extLst>
          </p:cNvPr>
          <p:cNvSpPr txBox="1"/>
          <p:nvPr/>
        </p:nvSpPr>
        <p:spPr>
          <a:xfrm>
            <a:off x="5600753" y="6334780"/>
            <a:ext cx="45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1EA9859-90B6-20F4-E955-5F64DEE8C5BD}"/>
              </a:ext>
            </a:extLst>
          </p:cNvPr>
          <p:cNvGrpSpPr/>
          <p:nvPr/>
        </p:nvGrpSpPr>
        <p:grpSpPr>
          <a:xfrm>
            <a:off x="1297684" y="800960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CF1C629-75AB-C446-883E-F6593A33FFC4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6B1982-76F9-CA82-4A11-7CFA7F3C3B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932EF73-2F42-D461-0C42-D7DFD1D977C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5A8DD933-F5DB-C9C7-D77B-87835A95267C}"/>
              </a:ext>
            </a:extLst>
          </p:cNvPr>
          <p:cNvSpPr/>
          <p:nvPr/>
        </p:nvSpPr>
        <p:spPr>
          <a:xfrm rot="5400000">
            <a:off x="5651264" y="1666295"/>
            <a:ext cx="356839" cy="9063999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/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blipFill>
                <a:blip r:embed="rId3"/>
                <a:stretch>
                  <a:fillRect l="-30952" t="-41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7778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A083-92B9-E955-4E24-B55239335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0323E96-1EA4-8D5E-CCA4-E4F0C1C1E5E7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C4604A-7F21-44FF-1C70-83D872D87FB3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4C977EC-026B-40D4-241C-0CDA8CF5DFC6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BEA90C-63BC-F639-F10A-2099A994843D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B3555B2-0408-156B-0084-B7EDEBE96B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E7B57F-496B-D1C2-F3B6-D68998A3DAE0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E7C406-3897-1759-7B43-3616806B5298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E8F1852-298E-559B-E4E0-851D2D373160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D0AB3D7-3812-8975-D4A1-5FB4037D8E9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A9605EEB-8962-9EB3-2CCE-DEBF8AC612B4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B125463-65E7-3E58-0954-59F1BD526FE6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</p:spTree>
    <p:extLst>
      <p:ext uri="{BB962C8B-B14F-4D97-AF65-F5344CB8AC3E}">
        <p14:creationId xmlns:p14="http://schemas.microsoft.com/office/powerpoint/2010/main" val="25071470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7DF1E-B84E-A511-DA9A-579086A03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94DE21-DCA5-473A-C37F-BDDB3A2F200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42BB45B-FF30-CCB7-7EB7-D72B273EDE94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69C460E-6528-E917-A975-36E5EFA8B862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E807566-9EAE-BD65-BE29-311A3DC7111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8FE692-B270-42B5-B22D-DD679689D1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BB6494-9AF6-EA53-9377-E920DBB8729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57B996-AC63-D4E2-A29E-3B8D8D3DD8DA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FBCC604-7F42-B58C-29EF-4531C42A6E4A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7BDBA22-0D55-641A-A257-DA847F1BF220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6E40A27B-977F-3535-7826-9BC29A84DFF1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C4670D-B4B8-6034-DCF3-4E8635F32C35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C4E4E811-79C5-04C6-E7CE-03F53AB2FB2A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/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>
                    <a:solidFill>
                      <a:schemeClr val="tx1"/>
                    </a:solidFill>
                  </a:rPr>
                  <a:t>Where: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sup>
                    </m:sSup>
                  </m:oMath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blipFill>
                <a:blip r:embed="rId7"/>
                <a:stretch>
                  <a:fillRect l="-2481" t="-11628" b="-302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8581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A35CD-A0EE-1842-90AF-D3F4C097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7C09813F-48A4-D05D-0B3B-83DBEA7DAB21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7F2DACD-FB68-9C50-213C-13963ADDE41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E2F544-56F8-7526-30C9-B17B104732FB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840BAD4-E1E8-4277-1B87-8D9D6C9F5D7D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79D019-56A3-39A2-AB01-8FBD484EE79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07177EB-4645-2767-9A98-703D668CB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D287522-6143-90D6-B44C-8E9373F8479A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C00F0F8-9FBE-B2EB-CA35-8943F9230BD7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677D8B-76DA-DFB1-1EF8-C60038D9511F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A463B6E-F0DE-C9E0-6EDA-A3F15AEA2ECF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C93815-A51F-F51B-DAD1-00226670211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923AB6B-7F12-972E-8EB5-AEBA32BC3F00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/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blipFill>
                <a:blip r:embed="rId7"/>
                <a:stretch>
                  <a:fillRect l="-3333" r="-10000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reeform 19">
            <a:extLst>
              <a:ext uri="{FF2B5EF4-FFF2-40B4-BE49-F238E27FC236}">
                <a16:creationId xmlns:a16="http://schemas.microsoft.com/office/drawing/2014/main" id="{D755132E-E6D6-966D-0132-8A744FE1870A}"/>
              </a:ext>
            </a:extLst>
          </p:cNvPr>
          <p:cNvSpPr/>
          <p:nvPr/>
        </p:nvSpPr>
        <p:spPr>
          <a:xfrm rot="1031462" flipH="1">
            <a:off x="6017016" y="1671820"/>
            <a:ext cx="407094" cy="869795"/>
          </a:xfrm>
          <a:custGeom>
            <a:avLst/>
            <a:gdLst>
              <a:gd name="connsiteX0" fmla="*/ 0 w 267817"/>
              <a:gd name="connsiteY0" fmla="*/ 869795 h 869795"/>
              <a:gd name="connsiteX1" fmla="*/ 267630 w 267817"/>
              <a:gd name="connsiteY1" fmla="*/ 423746 h 869795"/>
              <a:gd name="connsiteX2" fmla="*/ 33454 w 267817"/>
              <a:gd name="connsiteY2" fmla="*/ 0 h 869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7817" h="869795">
                <a:moveTo>
                  <a:pt x="0" y="869795"/>
                </a:moveTo>
                <a:cubicBezTo>
                  <a:pt x="131027" y="719253"/>
                  <a:pt x="262054" y="568712"/>
                  <a:pt x="267630" y="423746"/>
                </a:cubicBezTo>
                <a:cubicBezTo>
                  <a:pt x="273206" y="278780"/>
                  <a:pt x="153330" y="139390"/>
                  <a:pt x="33454" y="0"/>
                </a:cubicBez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e>
                            <m:sup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den>
                      </m:f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40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blipFill>
                <a:blip r:embed="rId8"/>
                <a:stretch>
                  <a:fillRect l="-1235" b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895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4FB14-E812-220E-D17A-CDA62861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1E9CBF7-449A-BD26-910D-2BD88477FEC7}"/>
              </a:ext>
            </a:extLst>
          </p:cNvPr>
          <p:cNvCxnSpPr>
            <a:cxnSpLocks/>
          </p:cNvCxnSpPr>
          <p:nvPr/>
        </p:nvCxnSpPr>
        <p:spPr>
          <a:xfrm>
            <a:off x="934345" y="3384501"/>
            <a:ext cx="3612797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57BE4D4-E496-8D70-1B5C-BE59784E3F73}"/>
              </a:ext>
            </a:extLst>
          </p:cNvPr>
          <p:cNvCxnSpPr>
            <a:cxnSpLocks/>
          </p:cNvCxnSpPr>
          <p:nvPr/>
        </p:nvCxnSpPr>
        <p:spPr>
          <a:xfrm flipV="1">
            <a:off x="4482824" y="3469778"/>
            <a:ext cx="0" cy="237216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701A4781-73D7-6932-A80B-6DB17A506BD8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2F174B-FD88-D52F-1111-226EF7ACC260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1A4F683-11DA-FF21-C811-7EEC931AA920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/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D3420A84-7421-12C8-D14E-DB430B079B71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2B1D959-04C9-C1AD-3A47-9CD051D34FB5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95523E-21DB-98B1-F5E9-09F8340B8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2B2C38-0A9E-B084-5882-8B8A8C772F52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8C70CBE7-BCF9-6364-D533-08784A94FC99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277046-F61E-8779-1E44-D284F2234A65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E0AA248-BD8C-BCB9-D0DE-D48C05C14A2C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D4E8CE-0322-C526-F8CD-5134AB2DDF16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4C77C7-7535-42AB-E2DB-B01AFDA32CCE}"/>
              </a:ext>
            </a:extLst>
          </p:cNvPr>
          <p:cNvSpPr/>
          <p:nvPr/>
        </p:nvSpPr>
        <p:spPr>
          <a:xfrm rot="5400000">
            <a:off x="2520634" y="4289471"/>
            <a:ext cx="356839" cy="356752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/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blipFill>
                <a:blip r:embed="rId7"/>
                <a:stretch>
                  <a:fillRect l="-8108" r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/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blipFill>
                <a:blip r:embed="rId8"/>
                <a:stretch>
                  <a:fillRect l="-3371" r="-11236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 dirty="0">
                    <a:solidFill>
                      <a:srgbClr val="FFC700"/>
                    </a:solidFill>
                  </a:rPr>
                  <a:t>Equilibrium Condition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3600" b="1" dirty="0">
                  <a:solidFill>
                    <a:srgbClr val="FFC7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blipFill>
                <a:blip r:embed="rId9"/>
                <a:stretch>
                  <a:fillRect t="-69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2">
            <a:extLst>
              <a:ext uri="{FF2B5EF4-FFF2-40B4-BE49-F238E27FC236}">
                <a16:creationId xmlns:a16="http://schemas.microsoft.com/office/drawing/2014/main" id="{CA320783-368D-A9E9-4A39-B6970EB5BFC5}"/>
              </a:ext>
            </a:extLst>
          </p:cNvPr>
          <p:cNvSpPr/>
          <p:nvPr/>
        </p:nvSpPr>
        <p:spPr>
          <a:xfrm rot="5400000">
            <a:off x="6173073" y="4204562"/>
            <a:ext cx="356839" cy="3737340"/>
          </a:xfrm>
          <a:prstGeom prst="rightBrace">
            <a:avLst/>
          </a:prstGeom>
          <a:ln w="38100">
            <a:solidFill>
              <a:srgbClr val="FFC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/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FFC7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blipFill>
                <a:blip r:embed="rId10"/>
                <a:stretch>
                  <a:fillRect l="-5263" r="-2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306301F7-190F-2638-7053-401B0821972F}"/>
              </a:ext>
            </a:extLst>
          </p:cNvPr>
          <p:cNvSpPr/>
          <p:nvPr/>
        </p:nvSpPr>
        <p:spPr>
          <a:xfrm>
            <a:off x="4359749" y="326064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/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508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6288542-6E57-2046-648C-D01BF07540EA}"/>
              </a:ext>
            </a:extLst>
          </p:cNvPr>
          <p:cNvCxnSpPr>
            <a:cxnSpLocks/>
          </p:cNvCxnSpPr>
          <p:nvPr/>
        </p:nvCxnSpPr>
        <p:spPr>
          <a:xfrm>
            <a:off x="2352907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D2027C-599A-DD64-A395-9C3D47A0E40B}"/>
              </a:ext>
            </a:extLst>
          </p:cNvPr>
          <p:cNvCxnSpPr>
            <a:cxnSpLocks/>
          </p:cNvCxnSpPr>
          <p:nvPr/>
        </p:nvCxnSpPr>
        <p:spPr>
          <a:xfrm>
            <a:off x="3107474" y="1834835"/>
            <a:ext cx="0" cy="419797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A9F540-9BD6-898B-41BD-98062B23AA56}"/>
              </a:ext>
            </a:extLst>
          </p:cNvPr>
          <p:cNvCxnSpPr>
            <a:cxnSpLocks/>
          </p:cNvCxnSpPr>
          <p:nvPr/>
        </p:nvCxnSpPr>
        <p:spPr>
          <a:xfrm>
            <a:off x="3832301" y="1789551"/>
            <a:ext cx="0" cy="422061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A5AFABA-F203-51D9-1C43-19437BB64EA0}"/>
              </a:ext>
            </a:extLst>
          </p:cNvPr>
          <p:cNvCxnSpPr>
            <a:cxnSpLocks/>
          </p:cNvCxnSpPr>
          <p:nvPr/>
        </p:nvCxnSpPr>
        <p:spPr>
          <a:xfrm>
            <a:off x="4557132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2BE341-4554-A3AF-407A-BE84F8123031}"/>
              </a:ext>
            </a:extLst>
          </p:cNvPr>
          <p:cNvCxnSpPr>
            <a:cxnSpLocks/>
          </p:cNvCxnSpPr>
          <p:nvPr/>
        </p:nvCxnSpPr>
        <p:spPr>
          <a:xfrm>
            <a:off x="5293113" y="182293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52A20B3-DF21-938D-99AA-D23A5B3D6DC8}"/>
              </a:ext>
            </a:extLst>
          </p:cNvPr>
          <p:cNvCxnSpPr>
            <a:cxnSpLocks/>
          </p:cNvCxnSpPr>
          <p:nvPr/>
        </p:nvCxnSpPr>
        <p:spPr>
          <a:xfrm>
            <a:off x="1572840" y="2961141"/>
            <a:ext cx="741672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AEEDB33-8385-158B-50B0-374FFEE5282E}"/>
              </a:ext>
            </a:extLst>
          </p:cNvPr>
          <p:cNvCxnSpPr>
            <a:cxnSpLocks/>
          </p:cNvCxnSpPr>
          <p:nvPr/>
        </p:nvCxnSpPr>
        <p:spPr>
          <a:xfrm>
            <a:off x="1605757" y="3542784"/>
            <a:ext cx="7383808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F6907AC-1038-DE14-16FA-2783BBD2FE49}"/>
              </a:ext>
            </a:extLst>
          </p:cNvPr>
          <p:cNvCxnSpPr>
            <a:cxnSpLocks/>
          </p:cNvCxnSpPr>
          <p:nvPr/>
        </p:nvCxnSpPr>
        <p:spPr>
          <a:xfrm>
            <a:off x="1619231" y="4148664"/>
            <a:ext cx="7370334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5DABBDC-EADE-C45D-2BE5-DAD27F8CAFB5}"/>
              </a:ext>
            </a:extLst>
          </p:cNvPr>
          <p:cNvCxnSpPr>
            <a:cxnSpLocks/>
          </p:cNvCxnSpPr>
          <p:nvPr/>
        </p:nvCxnSpPr>
        <p:spPr>
          <a:xfrm>
            <a:off x="1608599" y="4774319"/>
            <a:ext cx="7380966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E85FDF9-AD4C-6FA1-C400-4CC5D9CDF199}"/>
              </a:ext>
            </a:extLst>
          </p:cNvPr>
          <p:cNvCxnSpPr>
            <a:cxnSpLocks/>
          </p:cNvCxnSpPr>
          <p:nvPr/>
        </p:nvCxnSpPr>
        <p:spPr>
          <a:xfrm>
            <a:off x="1577896" y="5393880"/>
            <a:ext cx="741166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5EC5885-C5DF-7F86-D41B-11B684ECCC33}"/>
              </a:ext>
            </a:extLst>
          </p:cNvPr>
          <p:cNvCxnSpPr>
            <a:cxnSpLocks/>
          </p:cNvCxnSpPr>
          <p:nvPr/>
        </p:nvCxnSpPr>
        <p:spPr>
          <a:xfrm>
            <a:off x="1578340" y="2385750"/>
            <a:ext cx="7411225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AFF42A0-BF49-2318-C9FC-5A5F4F9B75FA}"/>
              </a:ext>
            </a:extLst>
          </p:cNvPr>
          <p:cNvCxnSpPr>
            <a:cxnSpLocks/>
          </p:cNvCxnSpPr>
          <p:nvPr/>
        </p:nvCxnSpPr>
        <p:spPr>
          <a:xfrm>
            <a:off x="1570457" y="1812194"/>
            <a:ext cx="7419108" cy="2264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00DFD5F-8817-67C5-EBFD-764EFB76A05C}"/>
              </a:ext>
            </a:extLst>
          </p:cNvPr>
          <p:cNvCxnSpPr>
            <a:cxnSpLocks/>
          </p:cNvCxnSpPr>
          <p:nvPr/>
        </p:nvCxnSpPr>
        <p:spPr>
          <a:xfrm>
            <a:off x="6062546" y="181219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6E67088-F7F4-0BDB-A2F1-ED0AD29A1743}"/>
              </a:ext>
            </a:extLst>
          </p:cNvPr>
          <p:cNvCxnSpPr>
            <a:cxnSpLocks/>
          </p:cNvCxnSpPr>
          <p:nvPr/>
        </p:nvCxnSpPr>
        <p:spPr>
          <a:xfrm>
            <a:off x="6817113" y="1824095"/>
            <a:ext cx="0" cy="419797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BEC8232B-ADCA-53DA-0F2F-C9F7C255B211}"/>
              </a:ext>
            </a:extLst>
          </p:cNvPr>
          <p:cNvCxnSpPr>
            <a:cxnSpLocks/>
          </p:cNvCxnSpPr>
          <p:nvPr/>
        </p:nvCxnSpPr>
        <p:spPr>
          <a:xfrm>
            <a:off x="7541940" y="1778811"/>
            <a:ext cx="0" cy="422061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1B9AE9E-C7C1-10D8-1F19-D446F2CFAD1C}"/>
              </a:ext>
            </a:extLst>
          </p:cNvPr>
          <p:cNvCxnSpPr>
            <a:cxnSpLocks/>
          </p:cNvCxnSpPr>
          <p:nvPr/>
        </p:nvCxnSpPr>
        <p:spPr>
          <a:xfrm>
            <a:off x="8266771" y="1812193"/>
            <a:ext cx="0" cy="4209878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55781B7-DB1E-5F0F-BA64-54CBC72D78A4}"/>
              </a:ext>
            </a:extLst>
          </p:cNvPr>
          <p:cNvGrpSpPr/>
          <p:nvPr/>
        </p:nvGrpSpPr>
        <p:grpSpPr>
          <a:xfrm>
            <a:off x="1551432" y="1812193"/>
            <a:ext cx="7458753" cy="4213589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1B8C370-1FB0-EAAE-4A85-DBC52DFB6BB5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F52B8C4-C2F3-1960-470C-F02C5DA4F4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4D593AE-610F-67C4-A576-F955A605B3C5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ED191FC2-D840-DD1B-680A-07F11440CBA2}"/>
              </a:ext>
            </a:extLst>
          </p:cNvPr>
          <p:cNvSpPr/>
          <p:nvPr/>
        </p:nvSpPr>
        <p:spPr>
          <a:xfrm>
            <a:off x="1583473" y="2040672"/>
            <a:ext cx="7380966" cy="3903179"/>
          </a:xfrm>
          <a:custGeom>
            <a:avLst/>
            <a:gdLst>
              <a:gd name="connsiteX0" fmla="*/ 0 w 9043639"/>
              <a:gd name="connsiteY0" fmla="*/ 224834 h 3740722"/>
              <a:gd name="connsiteX1" fmla="*/ 2676293 w 9043639"/>
              <a:gd name="connsiteY1" fmla="*/ 314044 h 3740722"/>
              <a:gd name="connsiteX2" fmla="*/ 7895063 w 9043639"/>
              <a:gd name="connsiteY2" fmla="*/ 3257966 h 3740722"/>
              <a:gd name="connsiteX3" fmla="*/ 9043639 w 9043639"/>
              <a:gd name="connsiteY3" fmla="*/ 3704015 h 3740722"/>
              <a:gd name="connsiteX0" fmla="*/ 0 w 9065942"/>
              <a:gd name="connsiteY0" fmla="*/ 83052 h 4067291"/>
              <a:gd name="connsiteX1" fmla="*/ 2698596 w 9065942"/>
              <a:gd name="connsiteY1" fmla="*/ 640613 h 4067291"/>
              <a:gd name="connsiteX2" fmla="*/ 7917366 w 9065942"/>
              <a:gd name="connsiteY2" fmla="*/ 3584535 h 4067291"/>
              <a:gd name="connsiteX3" fmla="*/ 9065942 w 9065942"/>
              <a:gd name="connsiteY3" fmla="*/ 4030584 h 4067291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65942"/>
              <a:gd name="connsiteY0" fmla="*/ 18031 h 4002270"/>
              <a:gd name="connsiteX1" fmla="*/ 2698596 w 9065942"/>
              <a:gd name="connsiteY1" fmla="*/ 575592 h 4002270"/>
              <a:gd name="connsiteX2" fmla="*/ 7917366 w 9065942"/>
              <a:gd name="connsiteY2" fmla="*/ 3519514 h 4002270"/>
              <a:gd name="connsiteX3" fmla="*/ 9065942 w 9065942"/>
              <a:gd name="connsiteY3" fmla="*/ 3965563 h 4002270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65942"/>
              <a:gd name="connsiteY0" fmla="*/ 0 h 3984239"/>
              <a:gd name="connsiteX1" fmla="*/ 2698596 w 9065942"/>
              <a:gd name="connsiteY1" fmla="*/ 557561 h 3984239"/>
              <a:gd name="connsiteX2" fmla="*/ 7917366 w 9065942"/>
              <a:gd name="connsiteY2" fmla="*/ 3501483 h 3984239"/>
              <a:gd name="connsiteX3" fmla="*/ 9065942 w 9065942"/>
              <a:gd name="connsiteY3" fmla="*/ 3947532 h 3984239"/>
              <a:gd name="connsiteX0" fmla="*/ 0 w 9077093"/>
              <a:gd name="connsiteY0" fmla="*/ 0 h 3928483"/>
              <a:gd name="connsiteX1" fmla="*/ 2709747 w 9077093"/>
              <a:gd name="connsiteY1" fmla="*/ 501805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1527 h 3930010"/>
              <a:gd name="connsiteX1" fmla="*/ 2709747 w 9077093"/>
              <a:gd name="connsiteY1" fmla="*/ 503332 h 3930010"/>
              <a:gd name="connsiteX2" fmla="*/ 7928517 w 9077093"/>
              <a:gd name="connsiteY2" fmla="*/ 3447254 h 3930010"/>
              <a:gd name="connsiteX3" fmla="*/ 9077093 w 9077093"/>
              <a:gd name="connsiteY3" fmla="*/ 3893303 h 3930010"/>
              <a:gd name="connsiteX0" fmla="*/ 0 w 9077093"/>
              <a:gd name="connsiteY0" fmla="*/ 0 h 3928483"/>
              <a:gd name="connsiteX1" fmla="*/ 3546089 w 9077093"/>
              <a:gd name="connsiteY1" fmla="*/ 814039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928483"/>
              <a:gd name="connsiteX1" fmla="*/ 5452947 w 9077093"/>
              <a:gd name="connsiteY1" fmla="*/ 1393902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928483"/>
              <a:gd name="connsiteX1" fmla="*/ 5207620 w 9077093"/>
              <a:gd name="connsiteY1" fmla="*/ 1182029 h 3928483"/>
              <a:gd name="connsiteX2" fmla="*/ 7928517 w 9077093"/>
              <a:gd name="connsiteY2" fmla="*/ 3445727 h 3928483"/>
              <a:gd name="connsiteX3" fmla="*/ 9077093 w 9077093"/>
              <a:gd name="connsiteY3" fmla="*/ 3891776 h 3928483"/>
              <a:gd name="connsiteX0" fmla="*/ 0 w 9077093"/>
              <a:gd name="connsiteY0" fmla="*/ 0 h 3898838"/>
              <a:gd name="connsiteX1" fmla="*/ 5207620 w 9077093"/>
              <a:gd name="connsiteY1" fmla="*/ 1182029 h 3898838"/>
              <a:gd name="connsiteX2" fmla="*/ 8028878 w 9077093"/>
              <a:gd name="connsiteY2" fmla="*/ 3066585 h 3898838"/>
              <a:gd name="connsiteX3" fmla="*/ 9077093 w 9077093"/>
              <a:gd name="connsiteY3" fmla="*/ 3891776 h 3898838"/>
              <a:gd name="connsiteX0" fmla="*/ 0 w 9032489"/>
              <a:gd name="connsiteY0" fmla="*/ 0 h 3986732"/>
              <a:gd name="connsiteX1" fmla="*/ 5207620 w 9032489"/>
              <a:gd name="connsiteY1" fmla="*/ 1182029 h 3986732"/>
              <a:gd name="connsiteX2" fmla="*/ 8028878 w 9032489"/>
              <a:gd name="connsiteY2" fmla="*/ 3066585 h 3986732"/>
              <a:gd name="connsiteX3" fmla="*/ 9032489 w 9032489"/>
              <a:gd name="connsiteY3" fmla="*/ 3980986 h 3986732"/>
              <a:gd name="connsiteX0" fmla="*/ 0 w 9032489"/>
              <a:gd name="connsiteY0" fmla="*/ 0 h 3986732"/>
              <a:gd name="connsiteX1" fmla="*/ 5040352 w 9032489"/>
              <a:gd name="connsiteY1" fmla="*/ 1315844 h 3986732"/>
              <a:gd name="connsiteX2" fmla="*/ 8028878 w 9032489"/>
              <a:gd name="connsiteY2" fmla="*/ 3066585 h 3986732"/>
              <a:gd name="connsiteX3" fmla="*/ 9032489 w 9032489"/>
              <a:gd name="connsiteY3" fmla="*/ 3980986 h 3986732"/>
              <a:gd name="connsiteX0" fmla="*/ 0 w 9032489"/>
              <a:gd name="connsiteY0" fmla="*/ 0 h 3989571"/>
              <a:gd name="connsiteX1" fmla="*/ 5040352 w 9032489"/>
              <a:gd name="connsiteY1" fmla="*/ 1315844 h 3989571"/>
              <a:gd name="connsiteX2" fmla="*/ 7865122 w 9032489"/>
              <a:gd name="connsiteY2" fmla="*/ 3226158 h 3989571"/>
              <a:gd name="connsiteX3" fmla="*/ 9032489 w 9032489"/>
              <a:gd name="connsiteY3" fmla="*/ 3980986 h 3989571"/>
              <a:gd name="connsiteX0" fmla="*/ 0 w 9032489"/>
              <a:gd name="connsiteY0" fmla="*/ 0 h 3989571"/>
              <a:gd name="connsiteX1" fmla="*/ 3662070 w 9032489"/>
              <a:gd name="connsiteY1" fmla="*/ 2147901 h 3989571"/>
              <a:gd name="connsiteX2" fmla="*/ 7865122 w 9032489"/>
              <a:gd name="connsiteY2" fmla="*/ 3226158 h 3989571"/>
              <a:gd name="connsiteX3" fmla="*/ 9032489 w 9032489"/>
              <a:gd name="connsiteY3" fmla="*/ 3980986 h 398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32489" h="3989571">
                <a:moveTo>
                  <a:pt x="0" y="0"/>
                </a:moveTo>
                <a:cubicBezTo>
                  <a:pt x="1070517" y="3718"/>
                  <a:pt x="2351216" y="1610208"/>
                  <a:pt x="3662070" y="2147901"/>
                </a:cubicBezTo>
                <a:cubicBezTo>
                  <a:pt x="4972924" y="2685594"/>
                  <a:pt x="6803898" y="2661163"/>
                  <a:pt x="7865122" y="3226158"/>
                </a:cubicBezTo>
                <a:cubicBezTo>
                  <a:pt x="8926346" y="3791153"/>
                  <a:pt x="8988813" y="4040459"/>
                  <a:pt x="9032489" y="3980986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427DFFB7-57F4-398A-D993-C9BAE0C84AFB}"/>
              </a:ext>
            </a:extLst>
          </p:cNvPr>
          <p:cNvSpPr/>
          <p:nvPr/>
        </p:nvSpPr>
        <p:spPr>
          <a:xfrm>
            <a:off x="1572323" y="2085278"/>
            <a:ext cx="7417242" cy="3947533"/>
          </a:xfrm>
          <a:custGeom>
            <a:avLst/>
            <a:gdLst>
              <a:gd name="connsiteX0" fmla="*/ 9010185 w 9057307"/>
              <a:gd name="connsiteY0" fmla="*/ 0 h 3958683"/>
              <a:gd name="connsiteX1" fmla="*/ 8207298 w 9057307"/>
              <a:gd name="connsiteY1" fmla="*/ 669073 h 3958683"/>
              <a:gd name="connsiteX2" fmla="*/ 3189249 w 9057307"/>
              <a:gd name="connsiteY2" fmla="*/ 1092819 h 3958683"/>
              <a:gd name="connsiteX3" fmla="*/ 0 w 9057307"/>
              <a:gd name="connsiteY3" fmla="*/ 3958683 h 3958683"/>
              <a:gd name="connsiteX0" fmla="*/ 9010185 w 9057307"/>
              <a:gd name="connsiteY0" fmla="*/ 0 h 4014440"/>
              <a:gd name="connsiteX1" fmla="*/ 8207298 w 9057307"/>
              <a:gd name="connsiteY1" fmla="*/ 669073 h 4014440"/>
              <a:gd name="connsiteX2" fmla="*/ 3189249 w 9057307"/>
              <a:gd name="connsiteY2" fmla="*/ 1092819 h 4014440"/>
              <a:gd name="connsiteX3" fmla="*/ 0 w 9057307"/>
              <a:gd name="connsiteY3" fmla="*/ 4014440 h 4014440"/>
              <a:gd name="connsiteX0" fmla="*/ 9010185 w 9016142"/>
              <a:gd name="connsiteY0" fmla="*/ 0 h 4014440"/>
              <a:gd name="connsiteX1" fmla="*/ 7315200 w 9016142"/>
              <a:gd name="connsiteY1" fmla="*/ 524107 h 4014440"/>
              <a:gd name="connsiteX2" fmla="*/ 3189249 w 9016142"/>
              <a:gd name="connsiteY2" fmla="*/ 1092819 h 4014440"/>
              <a:gd name="connsiteX3" fmla="*/ 0 w 9016142"/>
              <a:gd name="connsiteY3" fmla="*/ 4014440 h 4014440"/>
              <a:gd name="connsiteX0" fmla="*/ 9021336 w 9027232"/>
              <a:gd name="connsiteY0" fmla="*/ 0 h 3791416"/>
              <a:gd name="connsiteX1" fmla="*/ 7315200 w 9027232"/>
              <a:gd name="connsiteY1" fmla="*/ 301083 h 3791416"/>
              <a:gd name="connsiteX2" fmla="*/ 3189249 w 9027232"/>
              <a:gd name="connsiteY2" fmla="*/ 869795 h 3791416"/>
              <a:gd name="connsiteX3" fmla="*/ 0 w 9027232"/>
              <a:gd name="connsiteY3" fmla="*/ 3791416 h 3791416"/>
              <a:gd name="connsiteX0" fmla="*/ 9021336 w 9021336"/>
              <a:gd name="connsiteY0" fmla="*/ 0 h 3791416"/>
              <a:gd name="connsiteX1" fmla="*/ 7315200 w 9021336"/>
              <a:gd name="connsiteY1" fmla="*/ 301083 h 3791416"/>
              <a:gd name="connsiteX2" fmla="*/ 3189249 w 9021336"/>
              <a:gd name="connsiteY2" fmla="*/ 869795 h 3791416"/>
              <a:gd name="connsiteX3" fmla="*/ 0 w 9021336"/>
              <a:gd name="connsiteY3" fmla="*/ 3791416 h 3791416"/>
              <a:gd name="connsiteX0" fmla="*/ 9032487 w 9032487"/>
              <a:gd name="connsiteY0" fmla="*/ 0 h 3947533"/>
              <a:gd name="connsiteX1" fmla="*/ 7315200 w 9032487"/>
              <a:gd name="connsiteY1" fmla="*/ 457200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490653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370956 w 9032487"/>
              <a:gd name="connsiteY1" fmla="*/ 457200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426712 w 9032487"/>
              <a:gd name="connsiteY1" fmla="*/ 524108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  <a:gd name="connsiteX0" fmla="*/ 9032487 w 9032487"/>
              <a:gd name="connsiteY0" fmla="*/ 0 h 3947533"/>
              <a:gd name="connsiteX1" fmla="*/ 7348654 w 9032487"/>
              <a:gd name="connsiteY1" fmla="*/ 512957 h 3947533"/>
              <a:gd name="connsiteX2" fmla="*/ 3189249 w 9032487"/>
              <a:gd name="connsiteY2" fmla="*/ 1025912 h 3947533"/>
              <a:gd name="connsiteX3" fmla="*/ 0 w 9032487"/>
              <a:gd name="connsiteY3" fmla="*/ 3947533 h 39475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32487" h="3947533">
                <a:moveTo>
                  <a:pt x="9032487" y="0"/>
                </a:moveTo>
                <a:cubicBezTo>
                  <a:pt x="8391292" y="165410"/>
                  <a:pt x="8233318" y="330821"/>
                  <a:pt x="7348654" y="512957"/>
                </a:cubicBezTo>
                <a:cubicBezTo>
                  <a:pt x="6463990" y="695093"/>
                  <a:pt x="4557132" y="477644"/>
                  <a:pt x="3189249" y="1025912"/>
                </a:cubicBezTo>
                <a:cubicBezTo>
                  <a:pt x="1821366" y="1574180"/>
                  <a:pt x="308517" y="3477323"/>
                  <a:pt x="0" y="3947533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591B999-2427-FAB4-475F-6B3824EE7DCA}"/>
                  </a:ext>
                </a:extLst>
              </p:cNvPr>
              <p:cNvSpPr txBox="1"/>
              <p:nvPr/>
            </p:nvSpPr>
            <p:spPr>
              <a:xfrm rot="16200000">
                <a:off x="-644877" y="2656267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591B999-2427-FAB4-475F-6B3824EE7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644877" y="2656267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4286" r="-30952" b="-4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6FF1496-C976-B170-A7C5-035EEC5F679F}"/>
                  </a:ext>
                </a:extLst>
              </p:cNvPr>
              <p:cNvSpPr txBox="1"/>
              <p:nvPr/>
            </p:nvSpPr>
            <p:spPr>
              <a:xfrm rot="5400000">
                <a:off x="8273705" y="2977235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6FF1496-C976-B170-A7C5-035EEC5F6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8273705" y="2977235"/>
                <a:ext cx="3031353" cy="523220"/>
              </a:xfrm>
              <a:prstGeom prst="rect">
                <a:avLst/>
              </a:prstGeom>
              <a:blipFill>
                <a:blip r:embed="rId3"/>
                <a:stretch>
                  <a:fillRect l="-33333" t="-4167" r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9D99CF-9993-E862-67E2-EDEBB712E920}"/>
                  </a:ext>
                </a:extLst>
              </p:cNvPr>
              <p:cNvSpPr txBox="1"/>
              <p:nvPr/>
            </p:nvSpPr>
            <p:spPr>
              <a:xfrm>
                <a:off x="1063086" y="520921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9D99CF-9993-E862-67E2-EDEBB712E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086" y="5209214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A2589E9-7FA4-E032-C248-ECBCEA10E8F7}"/>
                  </a:ext>
                </a:extLst>
              </p:cNvPr>
              <p:cNvSpPr txBox="1"/>
              <p:nvPr/>
            </p:nvSpPr>
            <p:spPr>
              <a:xfrm>
                <a:off x="1058031" y="45896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A2589E9-7FA4-E032-C248-ECBCEA10E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031" y="4589653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EF10C6A-7F23-3C20-FFDF-40C987EBB635}"/>
                  </a:ext>
                </a:extLst>
              </p:cNvPr>
              <p:cNvSpPr txBox="1"/>
              <p:nvPr/>
            </p:nvSpPr>
            <p:spPr>
              <a:xfrm>
                <a:off x="1073718" y="397009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EF10C6A-7F23-3C20-FFDF-40C987EBB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718" y="3970092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B44C18-B349-3FAE-451B-92C6991F4D17}"/>
                  </a:ext>
                </a:extLst>
              </p:cNvPr>
              <p:cNvSpPr txBox="1"/>
              <p:nvPr/>
            </p:nvSpPr>
            <p:spPr>
              <a:xfrm>
                <a:off x="1071020" y="335202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CB44C18-B349-3FAE-451B-92C6991F4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020" y="3352025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A72ADA-4BCE-894E-F2F8-412D7AF3277D}"/>
                  </a:ext>
                </a:extLst>
              </p:cNvPr>
              <p:cNvSpPr txBox="1"/>
              <p:nvPr/>
            </p:nvSpPr>
            <p:spPr>
              <a:xfrm>
                <a:off x="1058031" y="27332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5A72ADA-4BCE-894E-F2F8-412D7AF32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031" y="27332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A655DF4-5378-6FEF-0780-F146F660AD2E}"/>
                  </a:ext>
                </a:extLst>
              </p:cNvPr>
              <p:cNvSpPr txBox="1"/>
              <p:nvPr/>
            </p:nvSpPr>
            <p:spPr>
              <a:xfrm>
                <a:off x="1063531" y="215782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A655DF4-5378-6FEF-0780-F146F660AD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531" y="2157820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A05818F-F70B-B86A-54C6-6C8B1DA0FE58}"/>
                  </a:ext>
                </a:extLst>
              </p:cNvPr>
              <p:cNvSpPr txBox="1"/>
              <p:nvPr/>
            </p:nvSpPr>
            <p:spPr>
              <a:xfrm>
                <a:off x="1055648" y="158426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A05818F-F70B-B86A-54C6-6C8B1DA0F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648" y="1584264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D708AC9-2478-B614-6BC8-E29FAB63AC07}"/>
                  </a:ext>
                </a:extLst>
              </p:cNvPr>
              <p:cNvSpPr txBox="1"/>
              <p:nvPr/>
            </p:nvSpPr>
            <p:spPr>
              <a:xfrm>
                <a:off x="2048107" y="599942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D708AC9-2478-B614-6BC8-E29FAB63A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8107" y="5999429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F13E850-0C4D-988E-46A0-82A34865D812}"/>
                  </a:ext>
                </a:extLst>
              </p:cNvPr>
              <p:cNvSpPr txBox="1"/>
              <p:nvPr/>
            </p:nvSpPr>
            <p:spPr>
              <a:xfrm>
                <a:off x="2813999" y="599307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F13E850-0C4D-988E-46A0-82A34865D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999" y="5993073"/>
                <a:ext cx="609600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85F827C5-202C-4122-24F5-E96688285482}"/>
                  </a:ext>
                </a:extLst>
              </p:cNvPr>
              <p:cNvSpPr txBox="1"/>
              <p:nvPr/>
            </p:nvSpPr>
            <p:spPr>
              <a:xfrm>
                <a:off x="3525468" y="601016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85F827C5-202C-4122-24F5-E96688285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468" y="6010169"/>
                <a:ext cx="6096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5E9C17D-4CAF-DB22-8C55-114E25E912F2}"/>
                  </a:ext>
                </a:extLst>
              </p:cNvPr>
              <p:cNvSpPr txBox="1"/>
              <p:nvPr/>
            </p:nvSpPr>
            <p:spPr>
              <a:xfrm>
                <a:off x="4257907" y="599674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𝟒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5E9C17D-4CAF-DB22-8C55-114E25E912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907" y="5996748"/>
                <a:ext cx="60960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2B63243-5DC3-E9EC-A0C6-644833459C0D}"/>
                  </a:ext>
                </a:extLst>
              </p:cNvPr>
              <p:cNvSpPr txBox="1"/>
              <p:nvPr/>
            </p:nvSpPr>
            <p:spPr>
              <a:xfrm>
                <a:off x="4993888" y="599601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F2B63243-5DC3-E9EC-A0C6-644833459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888" y="5996016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4A18F50-A535-2F88-CCD7-8A21F8A51336}"/>
                  </a:ext>
                </a:extLst>
              </p:cNvPr>
              <p:cNvSpPr txBox="1"/>
              <p:nvPr/>
            </p:nvSpPr>
            <p:spPr>
              <a:xfrm>
                <a:off x="5748454" y="600675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4A18F50-A535-2F88-CCD7-8A21F8A51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8454" y="6006756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3E379AB-110C-359F-A0E6-138FCC68445E}"/>
                  </a:ext>
                </a:extLst>
              </p:cNvPr>
              <p:cNvSpPr txBox="1"/>
              <p:nvPr/>
            </p:nvSpPr>
            <p:spPr>
              <a:xfrm>
                <a:off x="6517886" y="601679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03E379AB-110C-359F-A0E6-138FCC6844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86" y="6016790"/>
                <a:ext cx="60960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73DFC0-D2A2-3AFF-C44F-7CE975BC283E}"/>
                  </a:ext>
                </a:extLst>
              </p:cNvPr>
              <p:cNvSpPr txBox="1"/>
              <p:nvPr/>
            </p:nvSpPr>
            <p:spPr>
              <a:xfrm>
                <a:off x="7258115" y="601646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73DFC0-D2A2-3AFF-C44F-7CE975BC2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8115" y="6016468"/>
                <a:ext cx="609600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8452B90B-9A0A-7B8E-AFFE-C5972925F828}"/>
                  </a:ext>
                </a:extLst>
              </p:cNvPr>
              <p:cNvSpPr txBox="1"/>
              <p:nvPr/>
            </p:nvSpPr>
            <p:spPr>
              <a:xfrm>
                <a:off x="7961971" y="601016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8452B90B-9A0A-7B8E-AFFE-C5972925F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1971" y="6010169"/>
                <a:ext cx="60960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788C9EC-09EE-67E9-4E9E-C52B23C48B57}"/>
                  </a:ext>
                </a:extLst>
              </p:cNvPr>
              <p:cNvSpPr txBox="1"/>
              <p:nvPr/>
            </p:nvSpPr>
            <p:spPr>
              <a:xfrm>
                <a:off x="8705385" y="600675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788C9EC-09EE-67E9-4E9E-C52B23C48B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5385" y="6006756"/>
                <a:ext cx="609600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4C56EE8-68E3-940D-77AE-E72837EF1F27}"/>
                  </a:ext>
                </a:extLst>
              </p:cNvPr>
              <p:cNvSpPr txBox="1"/>
              <p:nvPr/>
            </p:nvSpPr>
            <p:spPr>
              <a:xfrm>
                <a:off x="8918232" y="520921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4C56EE8-68E3-940D-77AE-E72837EF1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232" y="5209214"/>
                <a:ext cx="6096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3E1D71E-A34A-6B8A-6272-BE4D66341B4A}"/>
                  </a:ext>
                </a:extLst>
              </p:cNvPr>
              <p:cNvSpPr txBox="1"/>
              <p:nvPr/>
            </p:nvSpPr>
            <p:spPr>
              <a:xfrm>
                <a:off x="8913177" y="45896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3E1D71E-A34A-6B8A-6272-BE4D66341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177" y="4589653"/>
                <a:ext cx="609600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6453AA-F9C7-F83C-796F-337769791A70}"/>
                  </a:ext>
                </a:extLst>
              </p:cNvPr>
              <p:cNvSpPr txBox="1"/>
              <p:nvPr/>
            </p:nvSpPr>
            <p:spPr>
              <a:xfrm>
                <a:off x="8928864" y="397009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𝟗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76453AA-F9C7-F83C-796F-337769791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8864" y="3970092"/>
                <a:ext cx="609600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B066B2-619C-A5AD-218D-97370B03C6D4}"/>
                  </a:ext>
                </a:extLst>
              </p:cNvPr>
              <p:cNvSpPr txBox="1"/>
              <p:nvPr/>
            </p:nvSpPr>
            <p:spPr>
              <a:xfrm>
                <a:off x="8926166" y="335202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B066B2-619C-A5AD-218D-97370B03C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6166" y="3352025"/>
                <a:ext cx="609600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C1446D1-A006-A65D-7598-D84E0700F376}"/>
                  </a:ext>
                </a:extLst>
              </p:cNvPr>
              <p:cNvSpPr txBox="1"/>
              <p:nvPr/>
            </p:nvSpPr>
            <p:spPr>
              <a:xfrm>
                <a:off x="8913177" y="27332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C1446D1-A006-A65D-7598-D84E0700F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177" y="2733211"/>
                <a:ext cx="609600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C71566C-46CB-5A1D-5946-B321F0015263}"/>
                  </a:ext>
                </a:extLst>
              </p:cNvPr>
              <p:cNvSpPr txBox="1"/>
              <p:nvPr/>
            </p:nvSpPr>
            <p:spPr>
              <a:xfrm>
                <a:off x="8918677" y="215782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𝟏𝟖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C71566C-46CB-5A1D-5946-B321F0015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8677" y="2157820"/>
                <a:ext cx="609600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7CE6CC-252A-3D9E-A5FD-F4506A517D74}"/>
                  </a:ext>
                </a:extLst>
              </p:cNvPr>
              <p:cNvSpPr txBox="1"/>
              <p:nvPr/>
            </p:nvSpPr>
            <p:spPr>
              <a:xfrm>
                <a:off x="8910794" y="158426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𝟐𝟏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F7CE6CC-252A-3D9E-A5FD-F4506A517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0794" y="1584264"/>
                <a:ext cx="609600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1759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CEF5762-EE7F-212F-C157-BD3B24712AFF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E925242-61FD-6BEB-D489-7E3EE67E713D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D3AABE5-1056-93C1-2E70-D901877102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20CF8BE-6655-9901-FED3-C61201DCFAFC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475308D-6C72-2387-6DFE-DAE6FFC2721C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014D18-CF48-90ED-492D-7BF73981D319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014D18-CF48-90ED-492D-7BF73981D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6ACE2B-BAF0-A0A7-908B-9707B8AAEEDE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6ACE2B-BAF0-A0A7-908B-9707B8AAE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D578C5-539F-70B8-578C-1318C7D8CC07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67AE6-CDAF-5BBF-3FBF-2840F9EBA918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383445-75E9-1302-628D-A2C7375E572E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08E1987-4FA1-7A09-EC0F-E819CE34AA0E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B1FDA83-D743-0F7A-760F-F9E444AF9159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655E61-F961-CB77-7E1C-3009C74CC95B}"/>
              </a:ext>
            </a:extLst>
          </p:cNvPr>
          <p:cNvCxnSpPr>
            <a:cxnSpLocks/>
          </p:cNvCxnSpPr>
          <p:nvPr/>
        </p:nvCxnSpPr>
        <p:spPr>
          <a:xfrm flipV="1">
            <a:off x="4398461" y="4703726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F4E5B2-4957-F00A-059D-F9976C57991C}"/>
              </a:ext>
            </a:extLst>
          </p:cNvPr>
          <p:cNvCxnSpPr>
            <a:cxnSpLocks/>
          </p:cNvCxnSpPr>
          <p:nvPr/>
        </p:nvCxnSpPr>
        <p:spPr>
          <a:xfrm flipV="1">
            <a:off x="8776010" y="4676210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1676896-A9C8-D134-BE1B-97E87D696630}"/>
              </a:ext>
            </a:extLst>
          </p:cNvPr>
          <p:cNvSpPr/>
          <p:nvPr/>
        </p:nvSpPr>
        <p:spPr>
          <a:xfrm>
            <a:off x="4275386" y="459683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190BA93-F997-6497-BA1E-BB88A4968AD5}"/>
              </a:ext>
            </a:extLst>
          </p:cNvPr>
          <p:cNvSpPr/>
          <p:nvPr/>
        </p:nvSpPr>
        <p:spPr>
          <a:xfrm>
            <a:off x="8652936" y="454714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053BD7-2BBC-B271-8892-9D0FB89ADCC2}"/>
                  </a:ext>
                </a:extLst>
              </p:cNvPr>
              <p:cNvSpPr txBox="1"/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053BD7-2BBC-B271-8892-9D0FB89AD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F43506-FE6D-7439-F634-F0C73AA9E25F}"/>
                  </a:ext>
                </a:extLst>
              </p:cNvPr>
              <p:cNvSpPr txBox="1"/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F43506-FE6D-7439-F634-F0C73AA9E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6977" r="-204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6CD908-54CB-8EE5-D893-4442AEC237C4}"/>
                  </a:ext>
                </a:extLst>
              </p:cNvPr>
              <p:cNvSpPr txBox="1"/>
              <p:nvPr/>
            </p:nvSpPr>
            <p:spPr>
              <a:xfrm>
                <a:off x="311504" y="4459081"/>
                <a:ext cx="167755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𝟐𝟓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6CD908-54CB-8EE5-D893-4442AEC23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504" y="4459081"/>
                <a:ext cx="167755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0A6ABC-AAFE-0186-87BC-99DEF382E36A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0A6ABC-AAFE-0186-87BC-99DEF382E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9F4D3B-2E60-FF0E-EA26-FC619EDDE158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9F4D3B-2E60-FF0E-EA26-FC619EDDE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0856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riangle 32">
            <a:extLst>
              <a:ext uri="{FF2B5EF4-FFF2-40B4-BE49-F238E27FC236}">
                <a16:creationId xmlns:a16="http://schemas.microsoft.com/office/drawing/2014/main" id="{5759AB8C-6076-08D3-10AB-C193E4CDFEB2}"/>
              </a:ext>
            </a:extLst>
          </p:cNvPr>
          <p:cNvSpPr/>
          <p:nvPr/>
        </p:nvSpPr>
        <p:spPr>
          <a:xfrm flipH="1">
            <a:off x="7560114" y="4234267"/>
            <a:ext cx="1167771" cy="464246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D145CFFA-B47D-74DC-2959-961F72C2AB17}"/>
              </a:ext>
            </a:extLst>
          </p:cNvPr>
          <p:cNvSpPr/>
          <p:nvPr/>
        </p:nvSpPr>
        <p:spPr>
          <a:xfrm>
            <a:off x="4448105" y="4293063"/>
            <a:ext cx="828787" cy="405449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BF460E-AF9D-CD81-5125-71E9EDEB6D0F}"/>
              </a:ext>
            </a:extLst>
          </p:cNvPr>
          <p:cNvCxnSpPr>
            <a:cxnSpLocks/>
          </p:cNvCxnSpPr>
          <p:nvPr/>
        </p:nvCxnSpPr>
        <p:spPr>
          <a:xfrm>
            <a:off x="1989060" y="4220506"/>
            <a:ext cx="561607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915115C-2DC4-FA6F-E885-9A88F5096C08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AE4C312-7EF0-7B6E-1F1A-0F8F355F8540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5AC9E19-6F83-3542-76D8-79DEDB2DAA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D7C652-395B-DE11-94D5-049E6BDF3103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901B65-F1D5-129D-0367-DE697B943369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12FA97-257A-79A2-9315-A5042FF76F51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812FA97-257A-79A2-9315-A5042FF76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D733DF-9210-C231-A17B-DE427600DBC7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CD733DF-9210-C231-A17B-DE427600D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4F87793-6690-BD12-FE43-577F0A6F5FAA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87E294-CDB6-5532-0AA6-7FE0ED0FFF02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A94421F-778D-BC14-A56A-834C09874D2E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B327B38-6E7C-134E-7DD8-54A139D646B9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938F29-BDB9-5D8C-7CC1-4E9D7D9D9F52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313199D-8178-49FA-27CE-A3892A0FA551}"/>
              </a:ext>
            </a:extLst>
          </p:cNvPr>
          <p:cNvCxnSpPr>
            <a:cxnSpLocks/>
          </p:cNvCxnSpPr>
          <p:nvPr/>
        </p:nvCxnSpPr>
        <p:spPr>
          <a:xfrm flipV="1">
            <a:off x="526898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13D9C5-279C-4FE3-F1B8-EC0688D7BD47}"/>
              </a:ext>
            </a:extLst>
          </p:cNvPr>
          <p:cNvCxnSpPr>
            <a:cxnSpLocks/>
          </p:cNvCxnSpPr>
          <p:nvPr/>
        </p:nvCxnSpPr>
        <p:spPr>
          <a:xfrm flipV="1">
            <a:off x="756011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A8D0D751-975D-127B-D4B8-7368A6D684BB}"/>
              </a:ext>
            </a:extLst>
          </p:cNvPr>
          <p:cNvSpPr/>
          <p:nvPr/>
        </p:nvSpPr>
        <p:spPr>
          <a:xfrm>
            <a:off x="5145911" y="4099857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20697F5-825A-1193-D188-165E069C94E8}"/>
              </a:ext>
            </a:extLst>
          </p:cNvPr>
          <p:cNvSpPr/>
          <p:nvPr/>
        </p:nvSpPr>
        <p:spPr>
          <a:xfrm>
            <a:off x="7437042" y="4077678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4E6DB-4F6D-4AC1-80F5-C989ECCA18AD}"/>
                  </a:ext>
                </a:extLst>
              </p:cNvPr>
              <p:cNvSpPr txBox="1"/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C4E6DB-4F6D-4AC1-80F5-C989ECCA18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9B806B8-7394-B5E0-51A5-9939F7A8805F}"/>
                  </a:ext>
                </a:extLst>
              </p:cNvPr>
              <p:cNvSpPr txBox="1"/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9B806B8-7394-B5E0-51A5-9939F7A88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4651" r="-4082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5ADCEB-76BE-AA22-ABA0-B34AB7D535AF}"/>
                  </a:ext>
                </a:extLst>
              </p:cNvPr>
              <p:cNvSpPr txBox="1"/>
              <p:nvPr/>
            </p:nvSpPr>
            <p:spPr>
              <a:xfrm>
                <a:off x="882432" y="4519060"/>
                <a:ext cx="10978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75ADCEB-76BE-AA22-ABA0-B34AB7D53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32" y="4519060"/>
                <a:ext cx="109780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9EB33D-BB93-9891-D0D6-7B7888AA960B}"/>
                  </a:ext>
                </a:extLst>
              </p:cNvPr>
              <p:cNvSpPr txBox="1"/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9EB33D-BB93-9891-D0D6-7B7888AA96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F5B0F2-7829-8BD9-D7AA-7F96368E4806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F5B0F2-7829-8BD9-D7AA-7F96368E4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DC3E84-653F-3378-C5AE-F8A1ACE5A020}"/>
                  </a:ext>
                </a:extLst>
              </p:cNvPr>
              <p:cNvSpPr txBox="1"/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DC3E84-653F-3378-C5AE-F8A1ACE5A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blipFill>
                <a:blip r:embed="rId9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1430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89D1C05-3669-623B-079C-B3A82866ECE4}"/>
              </a:ext>
            </a:extLst>
          </p:cNvPr>
          <p:cNvCxnSpPr>
            <a:cxnSpLocks/>
          </p:cNvCxnSpPr>
          <p:nvPr/>
        </p:nvCxnSpPr>
        <p:spPr>
          <a:xfrm>
            <a:off x="1335788" y="2375210"/>
            <a:ext cx="1953822" cy="350476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37DCDEB-8BD0-5BA0-EC2A-BB9187118CA9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CF70876-9B2C-FFE3-4F93-B831E19B1B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849C546-8749-94F0-2122-183970964E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ACF3E0B-900E-8CDF-B84F-8F9C81BE16D3}"/>
              </a:ext>
            </a:extLst>
          </p:cNvPr>
          <p:cNvSpPr txBox="1"/>
          <p:nvPr/>
        </p:nvSpPr>
        <p:spPr>
          <a:xfrm rot="16200000">
            <a:off x="393693" y="1049848"/>
            <a:ext cx="1284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FCFCC4-6337-E5F2-FF4D-73834D2E072C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EC2461-8B0F-D420-BBFE-DA105A3AF61B}"/>
                  </a:ext>
                </a:extLst>
              </p:cNvPr>
              <p:cNvSpPr txBox="1"/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EC2461-8B0F-D420-BBFE-DA105A3AF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EAE805-E8B1-4480-D483-D113125C02C1}"/>
                  </a:ext>
                </a:extLst>
              </p:cNvPr>
              <p:cNvSpPr txBox="1"/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8EAE805-E8B1-4480-D483-D113125C0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2532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C1032-B6F4-7932-9FD3-24BA6123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1D73FA-32E3-9B44-1AFB-87CC25FDC334}"/>
              </a:ext>
            </a:extLst>
          </p:cNvPr>
          <p:cNvCxnSpPr>
            <a:cxnSpLocks/>
          </p:cNvCxnSpPr>
          <p:nvPr/>
        </p:nvCxnSpPr>
        <p:spPr>
          <a:xfrm>
            <a:off x="1335788" y="2375210"/>
            <a:ext cx="1953822" cy="350476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4C21A9E-DA48-A90C-92FA-EADC09DD20DF}"/>
              </a:ext>
            </a:extLst>
          </p:cNvPr>
          <p:cNvCxnSpPr>
            <a:cxnSpLocks/>
          </p:cNvCxnSpPr>
          <p:nvPr/>
        </p:nvCxnSpPr>
        <p:spPr>
          <a:xfrm>
            <a:off x="1335788" y="3353238"/>
            <a:ext cx="2622895" cy="2526734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68B7A6E8-5E41-A917-7755-06EB0D9566BC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6BE2988-812B-D7D3-3189-061B48F36E3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9C3C4DF6-C7B8-F27C-02B7-223E39732F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5732A03-1384-C5A3-1055-BFC5AAEB74B4}"/>
              </a:ext>
            </a:extLst>
          </p:cNvPr>
          <p:cNvSpPr txBox="1"/>
          <p:nvPr/>
        </p:nvSpPr>
        <p:spPr>
          <a:xfrm rot="16200000">
            <a:off x="393693" y="1049848"/>
            <a:ext cx="1284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Wheat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8842DF-2632-3BCF-85F7-EF8641A868BC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C353BF-5327-5095-BB22-61BD7A32E623}"/>
                  </a:ext>
                </a:extLst>
              </p:cNvPr>
              <p:cNvSpPr txBox="1"/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𝟖𝟎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1C353BF-5327-5095-BB22-61BD7A32E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2190544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516EF5-532B-30B7-F14A-8CB3010E244A}"/>
                  </a:ext>
                </a:extLst>
              </p:cNvPr>
              <p:cNvSpPr txBox="1"/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𝟐𝟎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8516EF5-532B-30B7-F14A-8CB3010E2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10" y="5907024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9CFBF5-CE6A-58BF-B562-BC0601BCA3E6}"/>
                  </a:ext>
                </a:extLst>
              </p:cNvPr>
              <p:cNvSpPr txBox="1"/>
              <p:nvPr/>
            </p:nvSpPr>
            <p:spPr>
              <a:xfrm>
                <a:off x="774464" y="31685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59CFBF5-CE6A-58BF-B562-BC0601BCA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464" y="316857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55E5013-DA45-5A77-DB6B-396A6B0B07CF}"/>
                  </a:ext>
                </a:extLst>
              </p:cNvPr>
              <p:cNvSpPr txBox="1"/>
              <p:nvPr/>
            </p:nvSpPr>
            <p:spPr>
              <a:xfrm>
                <a:off x="3653883" y="5896175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55E5013-DA45-5A77-DB6B-396A6B0B0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883" y="5896175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3051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7C0D9-3570-FD1B-07C8-3203FD84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3624A1-1E3E-AA25-7499-6D359F04BE03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7265195-4023-70A2-D9AD-E178A8C6F4A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C4A0D5F-D671-24AB-A2D1-16CD766BB9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B8E4AC-29BF-8728-E904-7623BAADA99F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3E14D5-4B1E-A572-62E0-026837DCB4E8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BF1B52-0265-1FB4-F69E-B7298C55AEB4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BF1B52-0265-1FB4-F69E-B7298C55A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F03EDD-5628-7279-847E-8E222AA2CCD8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5F03EDD-5628-7279-847E-8E222AA2C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97C6D2B-B7EC-8184-8971-96869277DF7F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D92EEE-3B8A-F34B-2D1A-F70F5BB5CDD9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206A5E0-DAE3-39A2-ACC8-749FD9153D65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A011ADA-A96D-DF57-B1D7-99582BEB80D6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768F5C9-478C-4420-4E51-BAD7F679BFEF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768F5C9-478C-4420-4E51-BAD7F679B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4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4BC0CC-FBE2-2BF5-B5F4-EF1907554266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4BC0CC-FBE2-2BF5-B5F4-EF1907554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5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70339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451C1-EC72-0404-63E8-1E61F87CC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le 7">
            <a:extLst>
              <a:ext uri="{FF2B5EF4-FFF2-40B4-BE49-F238E27FC236}">
                <a16:creationId xmlns:a16="http://schemas.microsoft.com/office/drawing/2014/main" id="{336CA7F1-D1A7-69A5-2D35-84B69044D5CA}"/>
              </a:ext>
            </a:extLst>
          </p:cNvPr>
          <p:cNvSpPr/>
          <p:nvPr/>
        </p:nvSpPr>
        <p:spPr>
          <a:xfrm flipV="1">
            <a:off x="1987249" y="3692683"/>
            <a:ext cx="4277181" cy="2258003"/>
          </a:xfrm>
          <a:prstGeom prst="triangle">
            <a:avLst>
              <a:gd name="adj" fmla="val 261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B298B8A4-A7C0-6616-30E7-41F95AD56FBA}"/>
              </a:ext>
            </a:extLst>
          </p:cNvPr>
          <p:cNvSpPr/>
          <p:nvPr/>
        </p:nvSpPr>
        <p:spPr>
          <a:xfrm>
            <a:off x="2016032" y="1902806"/>
            <a:ext cx="4277181" cy="1762360"/>
          </a:xfrm>
          <a:prstGeom prst="triangle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98C22F8-4A5E-B654-F2B0-CB2E955B785A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20C4033-A0F0-017E-7F73-91E5DB8D6B8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DA10CD9-C7FE-1512-AAC0-5C76551701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F68BB09-1DB1-0ECE-F3AD-157F634B1823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5670570-2072-7994-4DE4-AB617610CFA9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887755-DE89-6F01-56DB-71E49C7E666A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887755-DE89-6F01-56DB-71E49C7E6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D53A7E-2149-99FF-A997-8ED3B799402D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D53A7E-2149-99FF-A997-8ED3B799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A31A320-CF25-469E-C722-BE312F72A5DF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2B8F74-B5FA-C0CA-8B9B-9B8BD2305916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F8BE1F3-1A0A-D7E3-1B15-D9A8F6B8C179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970AA7A-2A3F-15B3-E60E-27F20ABDFC03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19B63DE-25C1-563E-0A78-6A31B9F6CE91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19B63DE-25C1-563E-0A78-6A31B9F6C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4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B82B4F3-2D24-4B44-9D8A-0CBC4556B25E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B82B4F3-2D24-4B44-9D8A-0CBC4556B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5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639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FE74F-F06A-B06B-82C0-CE00A2BCE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B4A5CA0-6926-2679-4B75-8B828A2736C2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5748DB5-72B0-9E01-C258-2BB5AD9C918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F8B6DAB-676B-C61A-FD80-03BD4C1803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975822-0834-B79F-5335-D28DFBE31F2B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EFDC72-B1FE-3632-96BF-E59A1652389E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A888DF3-EA12-39ED-57B3-9892DCDC4BCA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014D18-CF48-90ED-492D-7BF73981D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2101EFD-6403-7F3A-9F34-337EBC94B444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6ACE2B-BAF0-A0A7-908B-9707B8AAE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C8ABC7A-91AB-ABE9-4F45-B9FE39F4712B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F6FA40-4EF9-52F6-3587-5874E2344586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E452A7-3DC0-5E52-BD56-94E22FE1A067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09B8AC8-4E15-4E0F-71E0-B29CC09248B5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9AFA47F-A0CE-73AC-3841-5FF4042D198A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E3B5B0-AAC8-C1DF-86D6-2D2F3DB32B23}"/>
              </a:ext>
            </a:extLst>
          </p:cNvPr>
          <p:cNvCxnSpPr>
            <a:cxnSpLocks/>
          </p:cNvCxnSpPr>
          <p:nvPr/>
        </p:nvCxnSpPr>
        <p:spPr>
          <a:xfrm flipV="1">
            <a:off x="4398461" y="4703726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384D56-8D00-D703-4688-6FBB62BCBF5C}"/>
              </a:ext>
            </a:extLst>
          </p:cNvPr>
          <p:cNvCxnSpPr>
            <a:cxnSpLocks/>
          </p:cNvCxnSpPr>
          <p:nvPr/>
        </p:nvCxnSpPr>
        <p:spPr>
          <a:xfrm flipV="1">
            <a:off x="8776010" y="4676210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94EB75F-B028-B42D-6EC1-3C3765F06082}"/>
              </a:ext>
            </a:extLst>
          </p:cNvPr>
          <p:cNvSpPr/>
          <p:nvPr/>
        </p:nvSpPr>
        <p:spPr>
          <a:xfrm>
            <a:off x="4275386" y="459683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554B529-DC94-AD7D-16E4-B73EAF230A4D}"/>
              </a:ext>
            </a:extLst>
          </p:cNvPr>
          <p:cNvSpPr/>
          <p:nvPr/>
        </p:nvSpPr>
        <p:spPr>
          <a:xfrm>
            <a:off x="8652936" y="454714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3EDA979-50D8-11F9-B0EC-F53AABA49F97}"/>
                  </a:ext>
                </a:extLst>
              </p:cNvPr>
              <p:cNvSpPr txBox="1"/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053BD7-2BBC-B271-8892-9D0FB89AD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0D025CC-25D7-FE36-59E1-CBBB86631B9C}"/>
                  </a:ext>
                </a:extLst>
              </p:cNvPr>
              <p:cNvSpPr txBox="1"/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F43506-FE6D-7439-F634-F0C73AA9E2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6977" r="-204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34327B7-8BA7-86A9-DA45-895ABD929500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0A6ABC-AAFE-0186-87BC-99DEF382E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7A5850E-66C2-1FFF-7C96-83701AA873FD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49F4D3B-2E60-FF0E-EA26-FC619EDDE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7B0BF8-70F6-BD9D-2916-D885670D4373}"/>
                  </a:ext>
                </a:extLst>
              </p:cNvPr>
              <p:cNvSpPr txBox="1"/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7B0BF8-70F6-BD9D-2916-D885670D43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blipFill>
                <a:blip r:embed="rId9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5899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B4D99-2302-D069-8016-D8EEDC55C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3F2B-403E-D6DC-7BB4-D2E423F9E76D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4898310-38AA-DD31-CD7B-E20964059B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B9489E2-D46C-ED21-89EB-A7F5278044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62AFCA-78E8-11C8-A6E8-ABA57B3421AA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397FC6-83CE-F283-9812-D4B2BD81DCD6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FE27C0-353D-3B7E-8600-535858517AAE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FE27C0-353D-3B7E-8600-535858517A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BA60D-D60E-8007-E1BA-7CCC1DC75426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BA60D-D60E-8007-E1BA-7CCC1DC75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DB5387E-0B01-BB4C-78B3-392837C9865B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CFC237-FD53-DC02-3614-1027DCE36EC1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421946-5078-F005-6F23-60111F5E8DCD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3E4219F-4693-720D-4DB7-3D9C00147B35}"/>
              </a:ext>
            </a:extLst>
          </p:cNvPr>
          <p:cNvCxnSpPr>
            <a:cxnSpLocks/>
          </p:cNvCxnSpPr>
          <p:nvPr/>
        </p:nvCxnSpPr>
        <p:spPr>
          <a:xfrm flipV="1">
            <a:off x="4398461" y="4703726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168F3E8-8E38-5F36-DD69-C4CD6BB7283E}"/>
              </a:ext>
            </a:extLst>
          </p:cNvPr>
          <p:cNvCxnSpPr>
            <a:cxnSpLocks/>
          </p:cNvCxnSpPr>
          <p:nvPr/>
        </p:nvCxnSpPr>
        <p:spPr>
          <a:xfrm flipV="1">
            <a:off x="8776010" y="4676210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CA1B435-951C-35A4-7723-1EA10FFC8C2F}"/>
              </a:ext>
            </a:extLst>
          </p:cNvPr>
          <p:cNvSpPr/>
          <p:nvPr/>
        </p:nvSpPr>
        <p:spPr>
          <a:xfrm>
            <a:off x="4275386" y="459683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E8FE6ED-3957-FE0D-2685-C99B2CFC2A91}"/>
              </a:ext>
            </a:extLst>
          </p:cNvPr>
          <p:cNvSpPr/>
          <p:nvPr/>
        </p:nvSpPr>
        <p:spPr>
          <a:xfrm>
            <a:off x="8652936" y="454714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C863721-7758-F59C-A7EA-DE91C78C1E36}"/>
                  </a:ext>
                </a:extLst>
              </p:cNvPr>
              <p:cNvSpPr txBox="1"/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C863721-7758-F59C-A7EA-DE91C78C1E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A53211-6D12-B78B-2303-B1EA4A935A2B}"/>
                  </a:ext>
                </a:extLst>
              </p:cNvPr>
              <p:cNvSpPr txBox="1"/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A53211-6D12-B78B-2303-B1EA4A935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6977" r="-204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902B30-CD4D-3D10-EDD4-1E3A9CADC807}"/>
                  </a:ext>
                </a:extLst>
              </p:cNvPr>
              <p:cNvSpPr txBox="1"/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902B30-CD4D-3D10-EDD4-1E3A9CADC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blipFill>
                <a:blip r:embed="rId6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3B4842-01E1-D9D3-F21B-7CDD4618813C}"/>
              </a:ext>
            </a:extLst>
          </p:cNvPr>
          <p:cNvCxnSpPr/>
          <p:nvPr/>
        </p:nvCxnSpPr>
        <p:spPr>
          <a:xfrm>
            <a:off x="4398461" y="5330283"/>
            <a:ext cx="4377549" cy="0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02886D-89E4-F578-5A1D-2863A3D7B60B}"/>
              </a:ext>
            </a:extLst>
          </p:cNvPr>
          <p:cNvSpPr txBox="1"/>
          <p:nvPr/>
        </p:nvSpPr>
        <p:spPr>
          <a:xfrm>
            <a:off x="5685980" y="4821596"/>
            <a:ext cx="18025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7030A0"/>
                </a:solidFill>
              </a:rPr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19524319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CC97-98D6-5582-82E6-3EDD9B946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le 7">
            <a:extLst>
              <a:ext uri="{FF2B5EF4-FFF2-40B4-BE49-F238E27FC236}">
                <a16:creationId xmlns:a16="http://schemas.microsoft.com/office/drawing/2014/main" id="{2B2E0325-3653-3DDC-5673-40C9D7464F33}"/>
              </a:ext>
            </a:extLst>
          </p:cNvPr>
          <p:cNvSpPr/>
          <p:nvPr/>
        </p:nvSpPr>
        <p:spPr>
          <a:xfrm>
            <a:off x="2016032" y="1902806"/>
            <a:ext cx="6636897" cy="2773404"/>
          </a:xfrm>
          <a:prstGeom prst="triangle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F37AB43B-E0A9-FE65-28B3-65142B8CB479}"/>
              </a:ext>
            </a:extLst>
          </p:cNvPr>
          <p:cNvSpPr/>
          <p:nvPr/>
        </p:nvSpPr>
        <p:spPr>
          <a:xfrm flipV="1">
            <a:off x="2016032" y="4706791"/>
            <a:ext cx="2382428" cy="1243893"/>
          </a:xfrm>
          <a:prstGeom prst="triangle">
            <a:avLst>
              <a:gd name="adj" fmla="val 261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94EC2E7-0B1D-C64A-726F-FE0FFC66E9B4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F6835EC-C2E9-34EB-7633-AF85CB90B109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97273C3-842F-3579-B78A-2862F6208C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A5B14CA-6CDD-688C-3657-6E81F6BA542C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E76ECD-6E6F-6D00-D1FC-702FC0DC74FC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E0AA50-1534-7814-CD94-EDAA39ED9450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E0AA50-1534-7814-CD94-EDAA39ED94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BA626D-8B5B-1BF6-8517-DA16D217F2DC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0BA626D-8B5B-1BF6-8517-DA16D217F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10B32DC1-A61E-0D69-95B9-BE2FD829F861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F74633-DC26-C3A3-3EB9-DC2569283DC0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401EFD-1CBF-23C6-C6FF-FFC0A9BD827F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CABCA8D-A877-ECA0-78B0-3300C9DD3049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FF4A67-485D-F8EA-9713-E47528822032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517B31-C54E-B256-B730-386AE1BC1231}"/>
              </a:ext>
            </a:extLst>
          </p:cNvPr>
          <p:cNvCxnSpPr>
            <a:cxnSpLocks/>
          </p:cNvCxnSpPr>
          <p:nvPr/>
        </p:nvCxnSpPr>
        <p:spPr>
          <a:xfrm flipV="1">
            <a:off x="4398461" y="4703726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771CFD-F023-46C3-9478-3CDF65198FA7}"/>
              </a:ext>
            </a:extLst>
          </p:cNvPr>
          <p:cNvCxnSpPr>
            <a:cxnSpLocks/>
          </p:cNvCxnSpPr>
          <p:nvPr/>
        </p:nvCxnSpPr>
        <p:spPr>
          <a:xfrm flipV="1">
            <a:off x="8776010" y="4676210"/>
            <a:ext cx="0" cy="13202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483F314-2CEC-D73F-7FF5-A254337ED24B}"/>
              </a:ext>
            </a:extLst>
          </p:cNvPr>
          <p:cNvSpPr/>
          <p:nvPr/>
        </p:nvSpPr>
        <p:spPr>
          <a:xfrm>
            <a:off x="4275386" y="459683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2B34CFB-2EA9-9279-4CBD-B9BB635D923B}"/>
              </a:ext>
            </a:extLst>
          </p:cNvPr>
          <p:cNvSpPr/>
          <p:nvPr/>
        </p:nvSpPr>
        <p:spPr>
          <a:xfrm>
            <a:off x="8652936" y="454714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05CE15D-C3E0-D8F1-9F68-0FBC5E6A2127}"/>
                  </a:ext>
                </a:extLst>
              </p:cNvPr>
              <p:cNvSpPr txBox="1"/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05CE15D-C3E0-D8F1-9F68-0FBC5E6A2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71" y="6023927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AC51811-B79F-69A5-37DB-524B18BBB090}"/>
                  </a:ext>
                </a:extLst>
              </p:cNvPr>
              <p:cNvSpPr txBox="1"/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AC51811-B79F-69A5-37DB-524B18BB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083" y="6023927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6977" r="-2041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DAA0C6F-D3C2-2A95-D674-98FDE4F9B522}"/>
                  </a:ext>
                </a:extLst>
              </p:cNvPr>
              <p:cNvSpPr txBox="1"/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DAA0C6F-D3C2-2A95-D674-98FDE4F9B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732" y="4409386"/>
                <a:ext cx="647501" cy="523220"/>
              </a:xfrm>
              <a:prstGeom prst="rect">
                <a:avLst/>
              </a:prstGeom>
              <a:blipFill>
                <a:blip r:embed="rId6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53A4315-FD1A-7813-51D2-8D6FC924598B}"/>
                  </a:ext>
                </a:extLst>
              </p:cNvPr>
              <p:cNvSpPr txBox="1"/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53A4315-FD1A-7813-51D2-8D6FC9245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5" y="3438524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B917B8-7A33-9A8D-26D3-5BF34870B989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9B917B8-7A33-9A8D-26D3-5BF34870B9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8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82443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8E97B-B68A-335F-F0AA-661E053BC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FD00A35-5315-DC33-6E1A-760928F2B647}"/>
              </a:ext>
            </a:extLst>
          </p:cNvPr>
          <p:cNvSpPr/>
          <p:nvPr/>
        </p:nvSpPr>
        <p:spPr>
          <a:xfrm>
            <a:off x="5276892" y="4220506"/>
            <a:ext cx="2283222" cy="47800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34C077B-A92D-6A0E-70B9-9E3ED9296537}"/>
              </a:ext>
            </a:extLst>
          </p:cNvPr>
          <p:cNvCxnSpPr>
            <a:cxnSpLocks/>
          </p:cNvCxnSpPr>
          <p:nvPr/>
        </p:nvCxnSpPr>
        <p:spPr>
          <a:xfrm>
            <a:off x="1989060" y="4220506"/>
            <a:ext cx="561607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C26970D-235C-B752-C87D-C441A8CA4CDF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E1B85F9-FEB7-D136-2109-95AF78FF55D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F7533C79-4816-8690-15C8-C45148F1C9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E5E93F-608D-64A4-1B83-F83D06797A51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790BFD-FDCA-BCB2-48F9-5D8CC86AD8FC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22C98-87C0-E218-02A8-38971835D785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122C98-87C0-E218-02A8-38971835D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37A5FC6-3C37-50D4-DFAB-7496285F2642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37A5FC6-3C37-50D4-DFAB-7496285F2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F403372-3B60-780B-6D78-57FBB885C203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3D201C-021B-BF3E-34E1-F096641DD36E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A9E883-DA56-EB12-5305-FCA9DADDD08D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22E7D5-26C5-3400-4FD3-9322B6B96660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5B3CD4-5E1B-CE4C-5072-9171EBFAB2E0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435B90-CF78-53DD-B9F6-720FFDA2B21C}"/>
              </a:ext>
            </a:extLst>
          </p:cNvPr>
          <p:cNvCxnSpPr>
            <a:cxnSpLocks/>
          </p:cNvCxnSpPr>
          <p:nvPr/>
        </p:nvCxnSpPr>
        <p:spPr>
          <a:xfrm flipV="1">
            <a:off x="526898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561EFB-191D-E94D-BC35-12D0B1F807E4}"/>
              </a:ext>
            </a:extLst>
          </p:cNvPr>
          <p:cNvCxnSpPr>
            <a:cxnSpLocks/>
          </p:cNvCxnSpPr>
          <p:nvPr/>
        </p:nvCxnSpPr>
        <p:spPr>
          <a:xfrm flipV="1">
            <a:off x="756011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45C84CA-FC86-4294-1D3E-03451742F37A}"/>
              </a:ext>
            </a:extLst>
          </p:cNvPr>
          <p:cNvSpPr/>
          <p:nvPr/>
        </p:nvSpPr>
        <p:spPr>
          <a:xfrm>
            <a:off x="5145911" y="4099857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BE9BD1B-0E91-6BB9-0EB1-DED0098DEB0A}"/>
              </a:ext>
            </a:extLst>
          </p:cNvPr>
          <p:cNvSpPr/>
          <p:nvPr/>
        </p:nvSpPr>
        <p:spPr>
          <a:xfrm>
            <a:off x="7437042" y="4077678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75432E3-66AA-377F-C809-B2AC64541331}"/>
                  </a:ext>
                </a:extLst>
              </p:cNvPr>
              <p:cNvSpPr txBox="1"/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75432E3-66AA-377F-C809-B2AC64541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66D968-B84C-C2BF-24FF-364B460F9B79}"/>
                  </a:ext>
                </a:extLst>
              </p:cNvPr>
              <p:cNvSpPr txBox="1"/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66D968-B84C-C2BF-24FF-364B460F9B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4651" r="-4082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D49A97E-6746-6AD2-2467-C320439CF9F5}"/>
                  </a:ext>
                </a:extLst>
              </p:cNvPr>
              <p:cNvSpPr txBox="1"/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D49A97E-6746-6AD2-2467-C320439CF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8D9CCAC-6D19-0DF3-D13C-5C6F0D915CCB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8D9CCAC-6D19-0DF3-D13C-5C6F0D915C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699D686-B4B6-B5F3-4587-1BF75E255AC8}"/>
                  </a:ext>
                </a:extLst>
              </p:cNvPr>
              <p:cNvSpPr txBox="1"/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699D686-B4B6-B5F3-4587-1BF75E255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blipFill>
                <a:blip r:embed="rId8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E375CD-2CA4-343E-6376-818AED1CF2FA}"/>
                  </a:ext>
                </a:extLst>
              </p:cNvPr>
              <p:cNvSpPr txBox="1"/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E375CD-2CA4-343E-6376-818AED1CF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0160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6CAA7-0F15-C92D-7153-5FDFD885D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riangle 25">
            <a:extLst>
              <a:ext uri="{FF2B5EF4-FFF2-40B4-BE49-F238E27FC236}">
                <a16:creationId xmlns:a16="http://schemas.microsoft.com/office/drawing/2014/main" id="{D78AB7AD-0EA8-CF65-01A3-536B2F315204}"/>
              </a:ext>
            </a:extLst>
          </p:cNvPr>
          <p:cNvSpPr/>
          <p:nvPr/>
        </p:nvSpPr>
        <p:spPr>
          <a:xfrm flipV="1">
            <a:off x="2016031" y="4234266"/>
            <a:ext cx="3260855" cy="1716418"/>
          </a:xfrm>
          <a:prstGeom prst="triangle">
            <a:avLst>
              <a:gd name="adj" fmla="val 261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riangle 24">
            <a:extLst>
              <a:ext uri="{FF2B5EF4-FFF2-40B4-BE49-F238E27FC236}">
                <a16:creationId xmlns:a16="http://schemas.microsoft.com/office/drawing/2014/main" id="{1567E31C-F0FC-7E5B-B602-42746AEF4D22}"/>
              </a:ext>
            </a:extLst>
          </p:cNvPr>
          <p:cNvSpPr/>
          <p:nvPr/>
        </p:nvSpPr>
        <p:spPr>
          <a:xfrm>
            <a:off x="2016033" y="1902806"/>
            <a:ext cx="5498224" cy="2303940"/>
          </a:xfrm>
          <a:prstGeom prst="triangle">
            <a:avLst>
              <a:gd name="adj" fmla="val 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7BBF3C6-FE95-77E7-9DF5-3DD7FACCE8AC}"/>
              </a:ext>
            </a:extLst>
          </p:cNvPr>
          <p:cNvSpPr/>
          <p:nvPr/>
        </p:nvSpPr>
        <p:spPr>
          <a:xfrm>
            <a:off x="5276892" y="4220506"/>
            <a:ext cx="2283222" cy="47800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40C48C1-9673-989A-2FA2-1AB04C42E482}"/>
              </a:ext>
            </a:extLst>
          </p:cNvPr>
          <p:cNvCxnSpPr>
            <a:cxnSpLocks/>
          </p:cNvCxnSpPr>
          <p:nvPr/>
        </p:nvCxnSpPr>
        <p:spPr>
          <a:xfrm>
            <a:off x="1989060" y="4220506"/>
            <a:ext cx="561607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7798D7-008C-3A49-8674-C7B168D4F861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8CC2D75-BF29-E6ED-30B9-1223ED34542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8978D61-EFA7-5A28-018B-0C5C4DE650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11B263-D36E-8122-A3DA-B637606264C3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E845F2-B40B-620D-A789-8F9DDC309C0A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DC629DF-5BFB-AC14-A111-5C0509EA11C2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DC629DF-5BFB-AC14-A111-5C0509EA1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C60B4AD-9E46-48EF-BCA4-110722DE157E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C60B4AD-9E46-48EF-BCA4-110722DE1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4ECF751-2BB1-32D0-BA85-375592CF6F5B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427251-478A-3AAB-5FE6-D51D09CC5AE4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6C27F0-15EF-85C4-61DB-0B416B62EF9B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42D6839-1470-95C0-CE7D-BBBB85C58BCC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27870EE-B3F1-874D-10BC-6CEA06DC2BFB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1451D9-392C-D72B-4E15-92C1B531F668}"/>
              </a:ext>
            </a:extLst>
          </p:cNvPr>
          <p:cNvCxnSpPr>
            <a:cxnSpLocks/>
          </p:cNvCxnSpPr>
          <p:nvPr/>
        </p:nvCxnSpPr>
        <p:spPr>
          <a:xfrm flipV="1">
            <a:off x="526898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1CA6470-A938-15C1-8CDF-7CA8D2C0D2CF}"/>
              </a:ext>
            </a:extLst>
          </p:cNvPr>
          <p:cNvCxnSpPr>
            <a:cxnSpLocks/>
          </p:cNvCxnSpPr>
          <p:nvPr/>
        </p:nvCxnSpPr>
        <p:spPr>
          <a:xfrm flipV="1">
            <a:off x="756011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B579F28-C783-7F70-B8C8-58D123B69FA4}"/>
              </a:ext>
            </a:extLst>
          </p:cNvPr>
          <p:cNvSpPr/>
          <p:nvPr/>
        </p:nvSpPr>
        <p:spPr>
          <a:xfrm>
            <a:off x="5145911" y="4099857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AEEA8A2-7AD9-0744-9CFB-729B0D7E635F}"/>
              </a:ext>
            </a:extLst>
          </p:cNvPr>
          <p:cNvSpPr/>
          <p:nvPr/>
        </p:nvSpPr>
        <p:spPr>
          <a:xfrm>
            <a:off x="7437042" y="4077678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850AA7-C685-4CCE-8069-46DA41957ABD}"/>
                  </a:ext>
                </a:extLst>
              </p:cNvPr>
              <p:cNvSpPr txBox="1"/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D850AA7-C685-4CCE-8069-46DA41957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8F7A47-BA52-B07A-DD0E-6EF5657FB284}"/>
                  </a:ext>
                </a:extLst>
              </p:cNvPr>
              <p:cNvSpPr txBox="1"/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B8F7A47-BA52-B07A-DD0E-6EF5657F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4651" r="-4082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414EFD-205D-F196-E875-435CBB626DF9}"/>
                  </a:ext>
                </a:extLst>
              </p:cNvPr>
              <p:cNvSpPr txBox="1"/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3414EFD-205D-F196-E875-435CBB626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1DA83FC-3BCD-B884-8385-E97F80FD5A95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1DA83FC-3BCD-B884-8385-E97F80FD5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5652854-DAAE-30B0-0108-5FC8491F1144}"/>
                  </a:ext>
                </a:extLst>
              </p:cNvPr>
              <p:cNvSpPr txBox="1"/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5652854-DAAE-30B0-0108-5FC8491F1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blipFill>
                <a:blip r:embed="rId8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D25747-49DD-3831-1B7A-F0200BF71CFA}"/>
                  </a:ext>
                </a:extLst>
              </p:cNvPr>
              <p:cNvSpPr txBox="1"/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D25747-49DD-3831-1B7A-F0200BF71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38447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7013-49D4-6253-D5EA-9C35A0D08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riangle 32">
            <a:extLst>
              <a:ext uri="{FF2B5EF4-FFF2-40B4-BE49-F238E27FC236}">
                <a16:creationId xmlns:a16="http://schemas.microsoft.com/office/drawing/2014/main" id="{0C356626-06D0-6ED5-1E5F-30FF17A9D76E}"/>
              </a:ext>
            </a:extLst>
          </p:cNvPr>
          <p:cNvSpPr/>
          <p:nvPr/>
        </p:nvSpPr>
        <p:spPr>
          <a:xfrm flipH="1">
            <a:off x="7560114" y="4234267"/>
            <a:ext cx="1167771" cy="464246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riangle 31">
            <a:extLst>
              <a:ext uri="{FF2B5EF4-FFF2-40B4-BE49-F238E27FC236}">
                <a16:creationId xmlns:a16="http://schemas.microsoft.com/office/drawing/2014/main" id="{702A499B-AC73-B0A0-EA5B-5A5CA7590262}"/>
              </a:ext>
            </a:extLst>
          </p:cNvPr>
          <p:cNvSpPr/>
          <p:nvPr/>
        </p:nvSpPr>
        <p:spPr>
          <a:xfrm>
            <a:off x="4448105" y="4293063"/>
            <a:ext cx="828787" cy="405449"/>
          </a:xfrm>
          <a:prstGeom prst="triangle">
            <a:avLst>
              <a:gd name="adj" fmla="val 100000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681F5B0-6AB5-03A0-9659-4D81E2B468F3}"/>
              </a:ext>
            </a:extLst>
          </p:cNvPr>
          <p:cNvCxnSpPr>
            <a:cxnSpLocks/>
          </p:cNvCxnSpPr>
          <p:nvPr/>
        </p:nvCxnSpPr>
        <p:spPr>
          <a:xfrm>
            <a:off x="1989060" y="4220506"/>
            <a:ext cx="561607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D91F340-75F2-A451-36CF-52BD41A5E047}"/>
              </a:ext>
            </a:extLst>
          </p:cNvPr>
          <p:cNvGrpSpPr/>
          <p:nvPr/>
        </p:nvGrpSpPr>
        <p:grpSpPr>
          <a:xfrm>
            <a:off x="1989060" y="834073"/>
            <a:ext cx="9089136" cy="5189854"/>
            <a:chOff x="1297684" y="804672"/>
            <a:chExt cx="9089136" cy="51023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60FA8CE-B670-351A-F9CC-1C37BA555FB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F6305C-582D-5116-6962-E3D75F6594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CA8977-46E5-F2B7-F8A5-1565F73ADDF0}"/>
              </a:ext>
            </a:extLst>
          </p:cNvPr>
          <p:cNvCxnSpPr>
            <a:cxnSpLocks/>
          </p:cNvCxnSpPr>
          <p:nvPr/>
        </p:nvCxnSpPr>
        <p:spPr>
          <a:xfrm flipH="1">
            <a:off x="2008112" y="1434455"/>
            <a:ext cx="8540942" cy="456195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E0B722-DE7E-B945-E6C5-CE05065B27EE}"/>
              </a:ext>
            </a:extLst>
          </p:cNvPr>
          <p:cNvCxnSpPr>
            <a:cxnSpLocks/>
          </p:cNvCxnSpPr>
          <p:nvPr/>
        </p:nvCxnSpPr>
        <p:spPr>
          <a:xfrm>
            <a:off x="2008112" y="1902806"/>
            <a:ext cx="8663605" cy="3579541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1128F7-5BEC-FF6B-5F56-2A0DE36CFEB0}"/>
                  </a:ext>
                </a:extLst>
              </p:cNvPr>
              <p:cNvSpPr txBox="1"/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lang="en-US" sz="28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21128F7-5BEC-FF6B-5F56-2A0DE36CF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0769" y="5215864"/>
                <a:ext cx="457859" cy="523220"/>
              </a:xfrm>
              <a:prstGeom prst="rect">
                <a:avLst/>
              </a:prstGeom>
              <a:blipFill>
                <a:blip r:embed="rId2"/>
                <a:stretch>
                  <a:fillRect l="-5405" r="-54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22193C-8ADB-E7A3-FBF6-55D2317D7781}"/>
                  </a:ext>
                </a:extLst>
              </p:cNvPr>
              <p:cNvSpPr txBox="1"/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𝑺</m:t>
                      </m:r>
                    </m:oMath>
                  </m:oMathPara>
                </a14:m>
                <a:endParaRPr lang="en-US" sz="28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22193C-8ADB-E7A3-FBF6-55D2317D7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5514" y="1122259"/>
                <a:ext cx="457859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993F9C-A899-18DB-E59D-808876A8594A}"/>
              </a:ext>
            </a:extLst>
          </p:cNvPr>
          <p:cNvSpPr txBox="1"/>
          <p:nvPr/>
        </p:nvSpPr>
        <p:spPr>
          <a:xfrm rot="16200000">
            <a:off x="1181037" y="1094783"/>
            <a:ext cx="1092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Price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931D2-4232-F80C-8827-74C0DF0564C5}"/>
              </a:ext>
            </a:extLst>
          </p:cNvPr>
          <p:cNvSpPr txBox="1"/>
          <p:nvPr/>
        </p:nvSpPr>
        <p:spPr>
          <a:xfrm>
            <a:off x="9302777" y="6023927"/>
            <a:ext cx="16169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Quantity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D03528F-B13D-CA2E-7A95-8F8359AFCED2}"/>
              </a:ext>
            </a:extLst>
          </p:cNvPr>
          <p:cNvCxnSpPr>
            <a:cxnSpLocks/>
          </p:cNvCxnSpPr>
          <p:nvPr/>
        </p:nvCxnSpPr>
        <p:spPr>
          <a:xfrm>
            <a:off x="2008112" y="3692682"/>
            <a:ext cx="425631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43A5D4A-9898-54BF-8B86-0936FC2BC8FB}"/>
              </a:ext>
            </a:extLst>
          </p:cNvPr>
          <p:cNvCxnSpPr>
            <a:cxnSpLocks/>
          </p:cNvCxnSpPr>
          <p:nvPr/>
        </p:nvCxnSpPr>
        <p:spPr>
          <a:xfrm>
            <a:off x="2008112" y="4703726"/>
            <a:ext cx="6767898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3FA304-4AF6-2A60-F4F2-562D074D4906}"/>
              </a:ext>
            </a:extLst>
          </p:cNvPr>
          <p:cNvCxnSpPr>
            <a:cxnSpLocks/>
          </p:cNvCxnSpPr>
          <p:nvPr/>
        </p:nvCxnSpPr>
        <p:spPr>
          <a:xfrm flipV="1">
            <a:off x="6320187" y="3697896"/>
            <a:ext cx="0" cy="230372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8E3727-B512-58D7-DCAC-9BDCC90DFE7B}"/>
              </a:ext>
            </a:extLst>
          </p:cNvPr>
          <p:cNvCxnSpPr>
            <a:cxnSpLocks/>
          </p:cNvCxnSpPr>
          <p:nvPr/>
        </p:nvCxnSpPr>
        <p:spPr>
          <a:xfrm flipV="1">
            <a:off x="526898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EE20C4-EF44-D769-0F7C-6A0A35EF26D0}"/>
              </a:ext>
            </a:extLst>
          </p:cNvPr>
          <p:cNvCxnSpPr>
            <a:cxnSpLocks/>
          </p:cNvCxnSpPr>
          <p:nvPr/>
        </p:nvCxnSpPr>
        <p:spPr>
          <a:xfrm flipV="1">
            <a:off x="7560116" y="4206747"/>
            <a:ext cx="0" cy="178966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FE012D9-EA27-E884-1AC2-ED86439E5DFC}"/>
              </a:ext>
            </a:extLst>
          </p:cNvPr>
          <p:cNvSpPr/>
          <p:nvPr/>
        </p:nvSpPr>
        <p:spPr>
          <a:xfrm>
            <a:off x="5145911" y="4099857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AC0482A-C75B-934E-85C3-542292E1E616}"/>
              </a:ext>
            </a:extLst>
          </p:cNvPr>
          <p:cNvSpPr/>
          <p:nvPr/>
        </p:nvSpPr>
        <p:spPr>
          <a:xfrm>
            <a:off x="7437042" y="4077678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62425A-33B0-23B2-7B08-6D80CED27424}"/>
                  </a:ext>
                </a:extLst>
              </p:cNvPr>
              <p:cNvSpPr txBox="1"/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862425A-33B0-23B2-7B08-6D80CED27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298" y="5998712"/>
                <a:ext cx="609600" cy="523220"/>
              </a:xfrm>
              <a:prstGeom prst="rect">
                <a:avLst/>
              </a:prstGeom>
              <a:blipFill>
                <a:blip r:embed="rId4"/>
                <a:stretch>
                  <a:fillRect l="-10204" t="-714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37BC18-ECF4-DA2F-96D1-022A5DD1CFB3}"/>
                  </a:ext>
                </a:extLst>
              </p:cNvPr>
              <p:cNvSpPr txBox="1"/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37BC18-ECF4-DA2F-96D1-022A5DD1C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5316" y="6014501"/>
                <a:ext cx="609600" cy="532646"/>
              </a:xfrm>
              <a:prstGeom prst="rect">
                <a:avLst/>
              </a:prstGeom>
              <a:blipFill>
                <a:blip r:embed="rId5"/>
                <a:stretch>
                  <a:fillRect l="-10204" t="-4651" r="-4082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8E0C85-0CF8-D377-E8CC-E4E5A19EB9F6}"/>
                  </a:ext>
                </a:extLst>
              </p:cNvPr>
              <p:cNvSpPr txBox="1"/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8E0C85-0CF8-D377-E8CC-E4E5A19EB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8864" y="3513926"/>
                <a:ext cx="57716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A72EAD9-40BB-5696-684D-29825A558CD9}"/>
                  </a:ext>
                </a:extLst>
              </p:cNvPr>
              <p:cNvSpPr txBox="1"/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A72EAD9-40BB-5696-684D-29825A558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330" y="6023927"/>
                <a:ext cx="577168" cy="523220"/>
              </a:xfrm>
              <a:prstGeom prst="rect">
                <a:avLst/>
              </a:prstGeom>
              <a:blipFill>
                <a:blip r:embed="rId7"/>
                <a:stretch>
                  <a:fillRect l="-10870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4A75842-6052-9E69-103B-2F62199B5B5C}"/>
                  </a:ext>
                </a:extLst>
              </p:cNvPr>
              <p:cNvSpPr txBox="1"/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4A75842-6052-9E69-103B-2F62199B5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286" y="3938897"/>
                <a:ext cx="1257746" cy="523220"/>
              </a:xfrm>
              <a:prstGeom prst="rect">
                <a:avLst/>
              </a:prstGeom>
              <a:blipFill>
                <a:blip r:embed="rId8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BC14358-67FF-DF7D-231B-B80456E8272E}"/>
                  </a:ext>
                </a:extLst>
              </p:cNvPr>
              <p:cNvSpPr txBox="1"/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𝑷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BC14358-67FF-DF7D-231B-B80456E82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3697" y="4513846"/>
                <a:ext cx="64750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2394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2496</TotalTime>
  <Words>478</Words>
  <Application>Microsoft Macintosh PowerPoint</Application>
  <PresentationFormat>Widescreen</PresentationFormat>
  <Paragraphs>276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Rojas</dc:creator>
  <cp:lastModifiedBy>Jose Rojas</cp:lastModifiedBy>
  <cp:revision>14</cp:revision>
  <dcterms:created xsi:type="dcterms:W3CDTF">2025-10-05T07:28:11Z</dcterms:created>
  <dcterms:modified xsi:type="dcterms:W3CDTF">2025-11-24T05:05:44Z</dcterms:modified>
</cp:coreProperties>
</file>