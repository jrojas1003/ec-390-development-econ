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36" autoAdjust="0"/>
    <p:restoredTop sz="94661"/>
  </p:normalViewPr>
  <p:slideViewPr>
    <p:cSldViewPr snapToGrid="0">
      <p:cViewPr>
        <p:scale>
          <a:sx n="110" d="100"/>
          <a:sy n="110" d="100"/>
        </p:scale>
        <p:origin x="77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4788-1A38-394E-CDD0-AA098D17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70083-9032-158D-FBCF-5B2EA62C01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3AC29-1F37-309A-AE4E-A1E1457E3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349C5-46F6-41D9-875F-E3120649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58E-5A78-A3AA-4C28-7C5DB074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320-F435-89D0-1AFD-5801E77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1E6E6-2CB0-607C-D772-EF7A34EA3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5A7AB-3910-E8C3-E707-1B89DAEE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43040-9581-4D1C-3DDC-322F24EB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2E88-4E90-A61C-9CAA-DC08F093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0948-0293-63E9-090B-34F6F838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D2FB6-C96E-6CD5-F808-ED8EEAB98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4C1D0-DAE3-5A74-105D-636AF43E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8CBF9-D082-E196-6B8D-4A28C594D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428D4-A18F-E051-8916-66384D55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7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E579-C8D8-C0CD-1C9D-75B3AFA8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C6B04-042E-A1EF-CFFD-9DD017F81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CBFB3-082F-4324-15A8-E1910016C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DD693-4A08-5178-BF68-8ED5001C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C930-FC55-14E9-C79F-5DEF9ECF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CA96B-112B-4312-CA88-D6FCD7F3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8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1897B-A131-A833-F5DA-089CBD59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6F12-EDD5-C4CE-2E0B-A7764D54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6EAA8-19A9-E80F-8434-5BD2EE1F5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15564-AD96-5231-5219-A44320EFE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AA33D-643C-B8D0-FB81-49DBC3DED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B8DB91-1A85-ED54-0956-AC841F06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79032-3C00-5A5F-3C43-B90E14E2B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15B2-A5FD-F7A3-393D-31489E74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7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E0C1-7235-AB48-7F9B-57A0BB2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C4191-C2B7-7CDA-5CA7-CAB02D1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D5646B-3E56-46E9-1347-6128CE933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B1C92-0445-B99A-9F7B-820B0501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64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68974-3B14-D9A3-6E49-74C1C94E3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39414-EBE8-D1A0-4C15-122A0858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D5734-9213-4389-F40C-72FF6DA8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40EE-2627-B0B9-5E31-51015F16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07C40-D97A-FCE1-8CC9-B328D5987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D9997-4F6C-31F3-9D28-0B1F6E617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989F4-22E6-C0B0-8269-98D802B5C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E91D-2683-F1D8-0F69-DA67F3D4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8B561-C7F3-6745-4574-98187A3C8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1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71B8-51B1-48E5-BC81-1A9055EE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DDF70C-1AA2-9707-B963-E14533247F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70A5-C873-02E4-8D5D-BD6736C97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682C2-8858-2649-509F-757D7D2F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CB31E-40EA-D3C8-EBCF-4BD3999E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1BFF9-2823-62FE-C648-C1F651C7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43CE-6B89-DA59-46B5-AFA406B8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9F15B-2FA2-64FB-8437-0BC98D547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86338-4F8B-EB2F-3771-98A6401B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75FF3-8485-CEF9-F54D-1775A545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9DCD7-692B-2582-A54D-645A7B2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1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1D28F-A8F0-A21C-E139-1E0E095CB7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3992C-312B-662C-7B86-0A7F4F4C2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35DB-FA70-CDC4-C6EB-9358C223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30B60-8020-E6E4-CA71-F9105AA9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E371-879E-479E-5A27-291480FED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04B0-D19C-9959-D6BC-FEB5EDC1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B6225-3AA1-6BDF-CE40-A0BCFE77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82DE-EE74-16D4-F8BC-DA60B1BBB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64A3-C150-4636-B8BE-2AA93CC227AD}" type="datetimeFigureOut">
              <a:rPr lang="en-US" smtClean="0"/>
              <a:t>11/8/25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C24E3-D397-D4FA-61D8-5E696823F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D1EEF-EED8-5AE6-874F-CE803D41F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58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B82752-7931-FACB-4C51-4C607B9BD51E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164169-1AB8-10A8-5A39-050A828D536B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FDC559B-2C3F-EC64-82F2-7BAED42BC41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5C29BC-E870-65EE-E2E2-C2E5BA85AB97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E90807-EC1B-B16A-A179-74E484A1B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412B364-1DA7-2B43-5419-2AF1123F8508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F6510C-0F6E-7AB5-980D-7B03F1FFA6DB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/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28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EEED-8D95-42DF-4DB6-E5FAAB4D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4EB83-1C42-9F6F-0AD6-166EC3AFCBD6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C45A98-DE26-4834-CE51-F83700A55CF0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227E1D-6ED4-C05C-0059-8C659FDF70F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2C8F2F6-B63E-6B4D-1A38-805EA21114C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0B5B25-9ACE-73DF-7F40-47A92DA93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8819047-FE75-2837-DE57-A6B5E91A0002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3139A0-36AD-B21D-BEB3-A73019CBD928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A99B44C-E8AB-0D56-E5B7-640423B11340}"/>
              </a:ext>
            </a:extLst>
          </p:cNvPr>
          <p:cNvSpPr/>
          <p:nvPr/>
        </p:nvSpPr>
        <p:spPr>
          <a:xfrm>
            <a:off x="1335790" y="1228725"/>
            <a:ext cx="8322560" cy="4611505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/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3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F2E2AF-538B-4E8E-8125-3039C083DB53}"/>
              </a:ext>
            </a:extLst>
          </p:cNvPr>
          <p:cNvCxnSpPr/>
          <p:nvPr/>
        </p:nvCxnSpPr>
        <p:spPr>
          <a:xfrm flipV="1">
            <a:off x="9029700" y="1396485"/>
            <a:ext cx="0" cy="537092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2E0356-54C8-1E7C-0A18-9F06BF235EF3}"/>
              </a:ext>
            </a:extLst>
          </p:cNvPr>
          <p:cNvCxnSpPr>
            <a:cxnSpLocks/>
          </p:cNvCxnSpPr>
          <p:nvPr/>
        </p:nvCxnSpPr>
        <p:spPr>
          <a:xfrm>
            <a:off x="6550865" y="6092273"/>
            <a:ext cx="716710" cy="0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B4A3A2-2C7A-A537-36EC-461D0C0EF2A7}"/>
              </a:ext>
            </a:extLst>
          </p:cNvPr>
          <p:cNvCxnSpPr>
            <a:cxnSpLocks/>
          </p:cNvCxnSpPr>
          <p:nvPr/>
        </p:nvCxnSpPr>
        <p:spPr>
          <a:xfrm>
            <a:off x="7548260" y="1622336"/>
            <a:ext cx="0" cy="424506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AD12D76-2E38-3D9C-5EC9-BDBB34453CAA}"/>
              </a:ext>
            </a:extLst>
          </p:cNvPr>
          <p:cNvSpPr/>
          <p:nvPr/>
        </p:nvSpPr>
        <p:spPr>
          <a:xfrm>
            <a:off x="7474394" y="153084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/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94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8DAAC-1853-2675-0B65-41847080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B635B0-2824-8D65-EDFF-5F0EF9997154}"/>
              </a:ext>
            </a:extLst>
          </p:cNvPr>
          <p:cNvCxnSpPr>
            <a:cxnSpLocks/>
          </p:cNvCxnSpPr>
          <p:nvPr/>
        </p:nvCxnSpPr>
        <p:spPr>
          <a:xfrm>
            <a:off x="8080057" y="2212786"/>
            <a:ext cx="0" cy="365461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5AD14EE-901C-192B-8602-5E13E3D98A8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FB6ED9-8A9A-8F89-47FB-5F2B72E45A5C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1E69A5-513E-2C98-A4BC-B1801DAA5A5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7FE33C1-40D4-2FCB-1C51-B4221440E0B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AE8362-B342-88B0-120E-47F4D3C0D5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3093A31-DE40-F2B6-EBC2-F38A091C84F3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7743C0-D4D5-F34E-8A70-755E5D7B5DE6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C5AB320-9CF9-7CB3-81B2-225B1ED5A419}"/>
              </a:ext>
            </a:extLst>
          </p:cNvPr>
          <p:cNvSpPr/>
          <p:nvPr/>
        </p:nvSpPr>
        <p:spPr>
          <a:xfrm>
            <a:off x="8006191" y="212129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FB76BDB1-0A0D-F8E1-0DC3-C7187A09C5D1}"/>
              </a:ext>
            </a:extLst>
          </p:cNvPr>
          <p:cNvSpPr/>
          <p:nvPr/>
        </p:nvSpPr>
        <p:spPr>
          <a:xfrm rot="17821239">
            <a:off x="7648197" y="2014106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28F5889-FFC1-ED22-8C4B-1C0674A6EBBF}"/>
              </a:ext>
            </a:extLst>
          </p:cNvPr>
          <p:cNvSpPr/>
          <p:nvPr/>
        </p:nvSpPr>
        <p:spPr>
          <a:xfrm rot="17821239">
            <a:off x="7168582" y="2106439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EF759F05-14D9-50B5-7C66-89B2FCAEBEE6}"/>
              </a:ext>
            </a:extLst>
          </p:cNvPr>
          <p:cNvSpPr/>
          <p:nvPr/>
        </p:nvSpPr>
        <p:spPr>
          <a:xfrm rot="17749112">
            <a:off x="6690942" y="2207854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/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49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4EEC-2A00-103C-74EC-D8692DA5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2164ED-969B-37C4-1898-0BECC7F0426F}"/>
              </a:ext>
            </a:extLst>
          </p:cNvPr>
          <p:cNvCxnSpPr>
            <a:cxnSpLocks/>
          </p:cNvCxnSpPr>
          <p:nvPr/>
        </p:nvCxnSpPr>
        <p:spPr>
          <a:xfrm>
            <a:off x="3595571" y="3356423"/>
            <a:ext cx="0" cy="2510978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372CE8E-10DE-B914-3AD2-38838E05D8D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96B5CA-4FD5-D78A-75E5-EB42D4D82E52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E799FB-7605-5793-51F8-AEEFBCA6EBE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FDDF99-5E18-E2D6-BB60-3B4EF3DDC5F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2D7785-376A-DE09-5353-5776709FA1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9D87B6-4499-5EC1-4D5C-312BC2D5CD15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FA84B19-F717-A8DA-E872-EB65D76B9349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013D2662-5AA3-9A12-C6F6-9FF5561A815B}"/>
              </a:ext>
            </a:extLst>
          </p:cNvPr>
          <p:cNvSpPr/>
          <p:nvPr/>
        </p:nvSpPr>
        <p:spPr>
          <a:xfrm>
            <a:off x="3521705" y="3264932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/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alf Frame 9">
            <a:extLst>
              <a:ext uri="{FF2B5EF4-FFF2-40B4-BE49-F238E27FC236}">
                <a16:creationId xmlns:a16="http://schemas.microsoft.com/office/drawing/2014/main" id="{D0A50D52-C4EF-722D-6E07-9B10E519FAF5}"/>
              </a:ext>
            </a:extLst>
          </p:cNvPr>
          <p:cNvSpPr/>
          <p:nvPr/>
        </p:nvSpPr>
        <p:spPr>
          <a:xfrm rot="6767591">
            <a:off x="3644093" y="3062694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C350BD69-C050-1879-5D15-8CC2A41B7608}"/>
              </a:ext>
            </a:extLst>
          </p:cNvPr>
          <p:cNvSpPr/>
          <p:nvPr/>
        </p:nvSpPr>
        <p:spPr>
          <a:xfrm rot="6860272">
            <a:off x="4108863" y="2884983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Half Frame 13">
            <a:extLst>
              <a:ext uri="{FF2B5EF4-FFF2-40B4-BE49-F238E27FC236}">
                <a16:creationId xmlns:a16="http://schemas.microsoft.com/office/drawing/2014/main" id="{A29F9D81-CD26-9663-5E44-A45E5E535BF1}"/>
              </a:ext>
            </a:extLst>
          </p:cNvPr>
          <p:cNvSpPr/>
          <p:nvPr/>
        </p:nvSpPr>
        <p:spPr>
          <a:xfrm rot="6801423">
            <a:off x="4554994" y="2745712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7C638A47-453F-C377-FD61-E312014A79C3}"/>
              </a:ext>
            </a:extLst>
          </p:cNvPr>
          <p:cNvSpPr/>
          <p:nvPr/>
        </p:nvSpPr>
        <p:spPr>
          <a:xfrm rot="7290787">
            <a:off x="5035381" y="2598726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7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2D9E47-D892-1DAD-68B4-E7C1C1D0E6D6}"/>
              </a:ext>
            </a:extLst>
          </p:cNvPr>
          <p:cNvCxnSpPr>
            <a:cxnSpLocks/>
          </p:cNvCxnSpPr>
          <p:nvPr/>
        </p:nvCxnSpPr>
        <p:spPr>
          <a:xfrm flipV="1">
            <a:off x="5617029" y="3706836"/>
            <a:ext cx="0" cy="220018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C75B85-168A-6337-552D-EC9890F20A81}"/>
              </a:ext>
            </a:extLst>
          </p:cNvPr>
          <p:cNvCxnSpPr>
            <a:cxnSpLocks/>
          </p:cNvCxnSpPr>
          <p:nvPr/>
        </p:nvCxnSpPr>
        <p:spPr>
          <a:xfrm flipV="1">
            <a:off x="3783875" y="3297066"/>
            <a:ext cx="0" cy="25829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062C6D-FE49-268B-1BB1-717D4E25C04E}"/>
              </a:ext>
            </a:extLst>
          </p:cNvPr>
          <p:cNvCxnSpPr>
            <a:cxnSpLocks/>
          </p:cNvCxnSpPr>
          <p:nvPr/>
        </p:nvCxnSpPr>
        <p:spPr>
          <a:xfrm>
            <a:off x="1335789" y="3297066"/>
            <a:ext cx="244808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F87927-AC59-BD11-AEFA-4A86794337F4}"/>
              </a:ext>
            </a:extLst>
          </p:cNvPr>
          <p:cNvCxnSpPr>
            <a:cxnSpLocks/>
          </p:cNvCxnSpPr>
          <p:nvPr/>
        </p:nvCxnSpPr>
        <p:spPr>
          <a:xfrm>
            <a:off x="1335789" y="3706836"/>
            <a:ext cx="428123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925731C-2E71-2071-8BE4-630ED06B9E7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E79B95-F02A-5C8B-2398-E0530D84F68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A185E-B917-4A93-3425-C04D1E9A0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399A4BB7-A917-FF6E-3D36-F0C917A277F7}"/>
              </a:ext>
            </a:extLst>
          </p:cNvPr>
          <p:cNvSpPr/>
          <p:nvPr/>
        </p:nvSpPr>
        <p:spPr>
          <a:xfrm>
            <a:off x="2646206" y="2089294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38AF82C-9C35-E842-1678-31547E269781}"/>
              </a:ext>
            </a:extLst>
          </p:cNvPr>
          <p:cNvSpPr/>
          <p:nvPr/>
        </p:nvSpPr>
        <p:spPr>
          <a:xfrm>
            <a:off x="2995748" y="2724308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/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/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/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$/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𝒖𝒏𝒊𝒕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/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/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/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B847CE6-3F7E-9911-B52A-93E2AE789DCD}"/>
              </a:ext>
            </a:extLst>
          </p:cNvPr>
          <p:cNvSpPr/>
          <p:nvPr/>
        </p:nvSpPr>
        <p:spPr>
          <a:xfrm>
            <a:off x="3728486" y="3188286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1D7DEC-6C55-B04A-EF45-E36EC97A1C89}"/>
              </a:ext>
            </a:extLst>
          </p:cNvPr>
          <p:cNvSpPr/>
          <p:nvPr/>
        </p:nvSpPr>
        <p:spPr>
          <a:xfrm>
            <a:off x="5534455" y="358895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/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/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4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F4D7E7-FB3F-7200-179D-35D67C4E4B9A}"/>
              </a:ext>
            </a:extLst>
          </p:cNvPr>
          <p:cNvCxnSpPr>
            <a:cxnSpLocks/>
          </p:cNvCxnSpPr>
          <p:nvPr/>
        </p:nvCxnSpPr>
        <p:spPr>
          <a:xfrm flipV="1">
            <a:off x="4535361" y="3847171"/>
            <a:ext cx="0" cy="20328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6AE7060-3674-AD94-1648-EB0E1E430E51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A8961A-BD11-83EB-B13E-42E0F4BD83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4CF508D-64F2-8460-DC17-444A3B56F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4A5C1-4EC1-378F-86C1-A4E947DD60A1}"/>
              </a:ext>
            </a:extLst>
          </p:cNvPr>
          <p:cNvCxnSpPr>
            <a:cxnSpLocks/>
          </p:cNvCxnSpPr>
          <p:nvPr/>
        </p:nvCxnSpPr>
        <p:spPr>
          <a:xfrm flipV="1">
            <a:off x="1307976" y="804672"/>
            <a:ext cx="8081351" cy="50756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1DF412-5B60-26F4-277D-D04F77A738C5}"/>
              </a:ext>
            </a:extLst>
          </p:cNvPr>
          <p:cNvSpPr txBox="1"/>
          <p:nvPr/>
        </p:nvSpPr>
        <p:spPr>
          <a:xfrm rot="16200000">
            <a:off x="-1158394" y="2987777"/>
            <a:ext cx="4070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Individual Investment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A629B-2CF4-357B-3EC0-FE2A4625E870}"/>
              </a:ext>
            </a:extLst>
          </p:cNvPr>
          <p:cNvSpPr txBox="1"/>
          <p:nvPr/>
        </p:nvSpPr>
        <p:spPr>
          <a:xfrm>
            <a:off x="6271574" y="6027980"/>
            <a:ext cx="345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Average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/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6">
            <a:extLst>
              <a:ext uri="{FF2B5EF4-FFF2-40B4-BE49-F238E27FC236}">
                <a16:creationId xmlns:a16="http://schemas.microsoft.com/office/drawing/2014/main" id="{CBA51270-9D56-F9B4-93F2-3B38B988631E}"/>
              </a:ext>
            </a:extLst>
          </p:cNvPr>
          <p:cNvSpPr/>
          <p:nvPr/>
        </p:nvSpPr>
        <p:spPr>
          <a:xfrm>
            <a:off x="1349299" y="1059370"/>
            <a:ext cx="8541834" cy="4293215"/>
          </a:xfrm>
          <a:custGeom>
            <a:avLst/>
            <a:gdLst>
              <a:gd name="connsiteX0" fmla="*/ 0 w 9177453"/>
              <a:gd name="connsiteY0" fmla="*/ 4832345 h 4832345"/>
              <a:gd name="connsiteX1" fmla="*/ 1984917 w 9177453"/>
              <a:gd name="connsiteY1" fmla="*/ 4486658 h 4832345"/>
              <a:gd name="connsiteX2" fmla="*/ 2587082 w 9177453"/>
              <a:gd name="connsiteY2" fmla="*/ 2836277 h 4832345"/>
              <a:gd name="connsiteX3" fmla="*/ 5843239 w 9177453"/>
              <a:gd name="connsiteY3" fmla="*/ 2044540 h 4832345"/>
              <a:gd name="connsiteX4" fmla="*/ 7014117 w 9177453"/>
              <a:gd name="connsiteY4" fmla="*/ 204589 h 4832345"/>
              <a:gd name="connsiteX5" fmla="*/ 9177453 w 9177453"/>
              <a:gd name="connsiteY5" fmla="*/ 126531 h 483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453" h="4832345">
                <a:moveTo>
                  <a:pt x="0" y="4832345"/>
                </a:moveTo>
                <a:cubicBezTo>
                  <a:pt x="776868" y="4825840"/>
                  <a:pt x="1553737" y="4819336"/>
                  <a:pt x="1984917" y="4486658"/>
                </a:cubicBezTo>
                <a:cubicBezTo>
                  <a:pt x="2416097" y="4153980"/>
                  <a:pt x="1944029" y="3243297"/>
                  <a:pt x="2587082" y="2836277"/>
                </a:cubicBezTo>
                <a:cubicBezTo>
                  <a:pt x="3230135" y="2429257"/>
                  <a:pt x="5105400" y="2483155"/>
                  <a:pt x="5843239" y="2044540"/>
                </a:cubicBezTo>
                <a:cubicBezTo>
                  <a:pt x="6581078" y="1605925"/>
                  <a:pt x="6458415" y="524257"/>
                  <a:pt x="7014117" y="204589"/>
                </a:cubicBezTo>
                <a:cubicBezTo>
                  <a:pt x="7569819" y="-115079"/>
                  <a:pt x="8373636" y="5726"/>
                  <a:pt x="9177453" y="12653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14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F9DB67-769D-3764-A391-03792291D44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C8AFC6-535F-B2CB-6E9A-9851DEB72E1D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40AB92-978F-B1C3-1927-B3617A3D4F01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E73C0-7BDF-7BE0-470A-EAB3D9816CBD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25349E-9E41-B536-9B8F-282D3B45D3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8264A2-E3FB-0854-DE81-AB209B03C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3585855-8E30-ACC7-A093-C8E43ED8FB56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1EF11-3A3B-E352-61FA-6DCE4D124EBA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A6F36-FB29-2CE7-065F-63EEBEF2363C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FA126C-2359-B1AB-C03B-AB4536E41DDD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C5F692-7162-212A-894C-F708E60756CE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9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D7D2BE-6F43-4194-D8E4-B43F8A5C396C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77E06C-D1FF-BDBE-13DC-9CC9E163634B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D2E50A-E00C-46B2-ECC0-772C60EEB28D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D416059-BEB8-DEBF-4724-73C737D4BEFF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7D46D-4C90-CFBD-CC21-F5CB69D606BB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75ECE7-01E5-B0BA-E5FD-B9C987A64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D5AEB8-3D85-FFF8-D75E-64578E8245D1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2619-A12A-EC13-3F5C-32315908C787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30C12-4CA4-6CAF-8A7A-248BC997C845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/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010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2E3BFBA-BB09-0BC1-670A-7A2AC9DDC268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0B12DA-E0A8-F13E-708A-1154CB4D029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83B110-6A70-20D2-C3BE-43DC94E804ED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76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F7DC21-6BA3-8472-7EE7-E22EFBCDDFEA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D3A756-1184-0754-788C-F3935FCB0C5F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2D5D42-1F16-5DA3-9BDA-6119C66538D0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3283ABA-2B68-7DC8-4A54-C0A3CFEF5D4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874B9C9-001F-7838-189E-71A07FCDD79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BFF5613-CD33-3B97-7DF8-6D079B436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1D2227F-3D25-F839-E2BB-E450C3E328CA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80EC04-176F-50A7-02F0-4AEAD6BC451C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96600-5A0E-4037-8A83-D320CB0E9EE9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/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525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1FA8328-7FE3-D634-AA4B-1E6282D9483A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D85741-B9B9-2505-3A3B-D32EA4185FAF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B611504-BDBB-8EFE-33F3-5366978673E1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7AFF45-D622-0470-77A3-3A38376E5209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D302D86-BF42-BBD3-1C36-06F794DA8654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3701-635B-C05F-AE94-9084E64D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3D9148-EB2D-2B56-F9AB-F8DFF9BEE5B3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riangle 1">
            <a:extLst>
              <a:ext uri="{FF2B5EF4-FFF2-40B4-BE49-F238E27FC236}">
                <a16:creationId xmlns:a16="http://schemas.microsoft.com/office/drawing/2014/main" id="{C1A2355D-2193-A6F5-3DF1-F852BDEC49D9}"/>
              </a:ext>
            </a:extLst>
          </p:cNvPr>
          <p:cNvSpPr/>
          <p:nvPr/>
        </p:nvSpPr>
        <p:spPr>
          <a:xfrm>
            <a:off x="1335788" y="1382750"/>
            <a:ext cx="3175247" cy="1857497"/>
          </a:xfrm>
          <a:prstGeom prst="triangle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0F3B56-62A1-CC7B-1BA3-206F2D562198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2114F5-A449-4BF1-4993-CD3CE23D3648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BED17-2BF0-952B-E64A-7E7B51064CA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F23CD3-05AB-02C6-6828-D89DD9FA6E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40AF90-A19B-0A5D-31E5-494274232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A9EAB98-687C-63E1-B8BE-339B5C40207D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408865-A8D1-C1BD-045F-2EF24AC48AA0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755126-311C-7DDD-3FD8-E8F9166947F1}"/>
              </a:ext>
            </a:extLst>
          </p:cNvPr>
          <p:cNvSpPr txBox="1"/>
          <p:nvPr/>
        </p:nvSpPr>
        <p:spPr>
          <a:xfrm>
            <a:off x="3346706" y="932375"/>
            <a:ext cx="2938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Profit from Working on the Farm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C6A9A1-A00E-82DE-69DC-58281BCF2F3B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F7D2CD-784C-39CF-00AF-160A822D9AA6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CD7954-4D5B-F845-8E0E-31924818DADD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2E136E-46E2-F92A-5257-7958DF481F6A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C1EAE47-39B4-502F-2609-78DBBE6F0E49}"/>
              </a:ext>
            </a:extLst>
          </p:cNvPr>
          <p:cNvSpPr txBox="1"/>
          <p:nvPr/>
        </p:nvSpPr>
        <p:spPr>
          <a:xfrm>
            <a:off x="6096000" y="387854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</p:spTree>
    <p:extLst>
      <p:ext uri="{BB962C8B-B14F-4D97-AF65-F5344CB8AC3E}">
        <p14:creationId xmlns:p14="http://schemas.microsoft.com/office/powerpoint/2010/main" val="95896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F938-985F-14E5-70DA-9CBC469B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riangle 23">
            <a:extLst>
              <a:ext uri="{FF2B5EF4-FFF2-40B4-BE49-F238E27FC236}">
                <a16:creationId xmlns:a16="http://schemas.microsoft.com/office/drawing/2014/main" id="{292035BC-5862-F8B4-DDAA-7ABCE49806FA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784656-4C1A-F6A6-0B44-ED89CBD0327E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7B0CAD31-6FE3-AFB5-7363-8781E07FCFBF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C9FCBEB-0EAC-6012-2239-7158E98A8F7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A8A74-2641-6FAA-F51D-0555583B37A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8D2EFD-04C5-1CD2-5658-361F7E25DCAA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ABBBE-44C4-56C7-8357-5B7D5B8C16EB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C2C411C-CEE6-8411-4FE4-74CC79FFDC9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A33C24-A0A9-754E-4C84-8985934D4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8AA95C1-AA9B-F849-37F4-95EEE15A105E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06FF4F-A5B6-0CC6-6EF5-6996B0059EE1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9768E-1BDA-1FBD-6479-FE2BD4E4B500}"/>
              </a:ext>
            </a:extLst>
          </p:cNvPr>
          <p:cNvSpPr txBox="1"/>
          <p:nvPr/>
        </p:nvSpPr>
        <p:spPr>
          <a:xfrm>
            <a:off x="1682681" y="1094090"/>
            <a:ext cx="3768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C5036-01D0-5B52-B37F-4D0787E69DBA}"/>
              </a:ext>
            </a:extLst>
          </p:cNvPr>
          <p:cNvSpPr txBox="1"/>
          <p:nvPr/>
        </p:nvSpPr>
        <p:spPr>
          <a:xfrm>
            <a:off x="2146844" y="2619640"/>
            <a:ext cx="3025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CBF0A-F0BB-9EA0-3A11-2418990596D1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587EA9-7C85-BD9F-0A99-A887E651D46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B1906A-1DC3-B867-A623-7DC0D7545AA8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2E8DA0-E8AD-14A3-A894-26FECBB6D7A9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D06C612-77F0-0530-CD91-4C2FEDF27DF5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736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D0F3-1E57-C39F-4D41-F9864B8F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 1">
            <a:extLst>
              <a:ext uri="{FF2B5EF4-FFF2-40B4-BE49-F238E27FC236}">
                <a16:creationId xmlns:a16="http://schemas.microsoft.com/office/drawing/2014/main" id="{B3894A9F-7134-2975-F6B9-B239350DC68C}"/>
              </a:ext>
            </a:extLst>
          </p:cNvPr>
          <p:cNvSpPr/>
          <p:nvPr/>
        </p:nvSpPr>
        <p:spPr>
          <a:xfrm>
            <a:off x="2127790" y="1858644"/>
            <a:ext cx="2350992" cy="1408659"/>
          </a:xfrm>
          <a:prstGeom prst="triangle">
            <a:avLst>
              <a:gd name="adj" fmla="val 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925F9E1F-F99E-EB1A-A643-DC2301365E63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194A7C-6C8B-69AE-48D5-C4E273158CC0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6E5C5D82-D8F7-D091-C381-1249CD77E311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9E6A04-0B2A-7D39-ECF5-2B51FC860C6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66E086-C6C1-5F09-E494-74CA4F913C5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5549AC-705E-F24E-0D7B-98840E5F6CDC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B256D1C-B15D-B35D-145B-BBAE1BC3FCA6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88E9D05-8220-B3C3-DECC-D0F3BB85D2E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74D75B-44DA-8B4A-7508-22CD187A6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5B12E0-B95C-232C-A4EC-8CF3F3C3D1D9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235DA-9BD8-02F9-D7E7-5E26BC773FB5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9584D-68B7-2047-766C-3C91C68B0658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41ED7-0993-539F-F56F-1B7E1EA9392F}"/>
              </a:ext>
            </a:extLst>
          </p:cNvPr>
          <p:cNvSpPr txBox="1"/>
          <p:nvPr/>
        </p:nvSpPr>
        <p:spPr>
          <a:xfrm>
            <a:off x="336449" y="2942761"/>
            <a:ext cx="9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28F70-FA0D-F568-74DA-E65CE22116D9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9045E1-4F7A-845E-9DE7-1A315BD4A80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9A452B6-D62B-79C5-7B5B-80BFEDC62515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B3FB9D-79A5-F5B8-9A21-ACD9749B44CB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993B6DA-41DE-8E8E-E166-2080D6AB07D6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B3EC6CA-3C0D-2CA2-640A-1D93E22C3A03}"/>
              </a:ext>
            </a:extLst>
          </p:cNvPr>
          <p:cNvSpPr txBox="1"/>
          <p:nvPr/>
        </p:nvSpPr>
        <p:spPr>
          <a:xfrm>
            <a:off x="3664914" y="1807208"/>
            <a:ext cx="2606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Deadweight Loss</a:t>
            </a:r>
          </a:p>
        </p:txBody>
      </p:sp>
    </p:spTree>
    <p:extLst>
      <p:ext uri="{BB962C8B-B14F-4D97-AF65-F5344CB8AC3E}">
        <p14:creationId xmlns:p14="http://schemas.microsoft.com/office/powerpoint/2010/main" val="3915199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</TotalTime>
  <Words>208</Words>
  <Application>Microsoft Macintosh PowerPoint</Application>
  <PresentationFormat>Widescreen</PresentationFormat>
  <Paragraphs>73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Rojas</dc:creator>
  <cp:lastModifiedBy>Jose Rojas</cp:lastModifiedBy>
  <cp:revision>7</cp:revision>
  <dcterms:created xsi:type="dcterms:W3CDTF">2025-10-05T07:28:11Z</dcterms:created>
  <dcterms:modified xsi:type="dcterms:W3CDTF">2025-11-09T02:27:33Z</dcterms:modified>
</cp:coreProperties>
</file>