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58" r:id="rId3"/>
    <p:sldId id="259" r:id="rId4"/>
    <p:sldId id="260" r:id="rId5"/>
    <p:sldId id="261" r:id="rId6"/>
    <p:sldId id="262" r:id="rId7"/>
    <p:sldId id="264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6" r:id="rId20"/>
    <p:sldId id="275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7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23" autoAdjust="0"/>
    <p:restoredTop sz="94661"/>
  </p:normalViewPr>
  <p:slideViewPr>
    <p:cSldViewPr snapToGrid="0">
      <p:cViewPr>
        <p:scale>
          <a:sx n="96" d="100"/>
          <a:sy n="96" d="100"/>
        </p:scale>
        <p:origin x="1144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9F6188-8EB9-A643-A05C-94D1DA380893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5BD580-D0B3-4B46-A2F6-1B1323FB5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076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BD580-D0B3-4B46-A2F6-1B1323FB556E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5971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4788-1A38-394E-CDD0-AA098D1798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070083-9032-158D-FBCF-5B2EA62C01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B3AC29-1F37-309A-AE4E-A1E1457E3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564A3-C150-4636-B8BE-2AA93CC227AD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C349C5-46F6-41D9-875F-E31206498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D0158E-5A78-A3AA-4C28-7C5DB0745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70E76-2D5B-4107-92D9-7C6B44971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210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96320-F435-89D0-1AFD-5801E77F6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1E6E6-2CB0-607C-D772-EF7A34EA33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5A7AB-3910-E8C3-E707-1B89DAEE7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564A3-C150-4636-B8BE-2AA93CC227AD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43040-9581-4D1C-3DDC-322F24EBD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7E2E88-4E90-A61C-9CAA-DC08F0938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70E76-2D5B-4107-92D9-7C6B44971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576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90948-0293-63E9-090B-34F6F8385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BD2FB6-C96E-6CD5-F808-ED8EEAB98C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C4C1D0-DAE3-5A74-105D-636AF43E8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564A3-C150-4636-B8BE-2AA93CC227AD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98CBF9-D082-E196-6B8D-4A28C594D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1428D4-A18F-E051-8916-66384D550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70E76-2D5B-4107-92D9-7C6B44971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374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FE579-C8D8-C0CD-1C9D-75B3AFA8C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C6B04-042E-A1EF-CFFD-9DD017F81E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ECBFB3-082F-4324-15A8-E1910016CC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6DD693-4A08-5178-BF68-8ED5001CE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564A3-C150-4636-B8BE-2AA93CC227AD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24C930-FC55-14E9-C79F-5DEF9ECF1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1CA96B-112B-4312-CA88-D6FCD7F33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70E76-2D5B-4107-92D9-7C6B44971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281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1897B-A131-A833-F5DA-089CBD59A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A6F12-EDD5-C4CE-2E0B-A7764D54F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C6EAA8-19A9-E80F-8434-5BD2EE1F5B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615564-AD96-5231-5219-A44320EFE9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8AA33D-643C-B8D0-FB81-49DBC3DEDF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B8DB91-1A85-ED54-0956-AC841F062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564A3-C150-4636-B8BE-2AA93CC227AD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379032-3C00-5A5F-3C43-B90E14E2B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CA15B2-A5FD-F7A3-393D-31489E740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70E76-2D5B-4107-92D9-7C6B44971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774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AE0C1-7235-AB48-7F9B-57A0BB25A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AC4191-C2B7-7CDA-5CA7-CAB02D1B1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564A3-C150-4636-B8BE-2AA93CC227AD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D5646B-3E56-46E9-1347-6128CE933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9B1C92-0445-B99A-9F7B-820B05016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70E76-2D5B-4107-92D9-7C6B44971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364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968974-3B14-D9A3-6E49-74C1C94E3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564A3-C150-4636-B8BE-2AA93CC227AD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339414-EBE8-D1A0-4C15-122A08584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FD5734-9213-4389-F40C-72FF6DA87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70E76-2D5B-4107-92D9-7C6B44971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923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740EE-2627-B0B9-5E31-51015F16C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07C40-D97A-FCE1-8CC9-B328D5987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8D9997-4F6C-31F3-9D28-0B1F6E617D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A989F4-22E6-C0B0-8269-98D802B5C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564A3-C150-4636-B8BE-2AA93CC227AD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96E91D-2683-F1D8-0F69-DA67F3D4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8B561-C7F3-6745-4574-98187A3C8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70E76-2D5B-4107-92D9-7C6B44971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218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B71B8-51B1-48E5-BC81-1A9055EE1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DDF70C-1AA2-9707-B963-E14533247F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8370A5-C873-02E4-8D5D-BD6736C97D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B682C2-8858-2649-509F-757D7D2F8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564A3-C150-4636-B8BE-2AA93CC227AD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BCB31E-40EA-D3C8-EBCF-4BD3999E0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51BFF9-2823-62FE-C648-C1F651C79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70E76-2D5B-4107-92D9-7C6B44971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044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643CE-6B89-DA59-46B5-AFA406B80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19F15B-2FA2-64FB-8437-0BC98D547D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86338-4F8B-EB2F-3771-98A6401B4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564A3-C150-4636-B8BE-2AA93CC227AD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75FF3-8485-CEF9-F54D-1775A545B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69DCD7-692B-2582-A54D-645A7B27F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70E76-2D5B-4107-92D9-7C6B44971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410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B1D28F-A8F0-A21C-E139-1E0E095CB7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D3992C-312B-662C-7B86-0A7F4F4C29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E35DB-FA70-CDC4-C6EB-9358C2232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564A3-C150-4636-B8BE-2AA93CC227AD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430B60-8020-E6E4-CA71-F9105AA99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2DE371-879E-479E-5A27-291480FED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70E76-2D5B-4107-92D9-7C6B44971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746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6604B0-D19C-9959-D6BC-FEB5EDC11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6B6225-3AA1-6BDF-CE40-A0BCFE7795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A182DE-EE74-16D4-F8BC-DA60B1BBBE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B564A3-C150-4636-B8BE-2AA93CC227AD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BC24E3-D397-D4FA-61D8-5E696823F2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FD1EEF-EED8-5AE6-874F-CE803D41F3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870E76-2D5B-4107-92D9-7C6B44971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658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6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0.png"/><Relationship Id="rId7" Type="http://schemas.openxmlformats.org/officeDocument/2006/relationships/image" Target="../media/image3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0.png"/><Relationship Id="rId7" Type="http://schemas.openxmlformats.org/officeDocument/2006/relationships/image" Target="../media/image3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25.png"/><Relationship Id="rId5" Type="http://schemas.openxmlformats.org/officeDocument/2006/relationships/image" Target="../media/image27.png"/><Relationship Id="rId10" Type="http://schemas.openxmlformats.org/officeDocument/2006/relationships/image" Target="../media/image33.png"/><Relationship Id="rId4" Type="http://schemas.openxmlformats.org/officeDocument/2006/relationships/image" Target="../media/image34.png"/><Relationship Id="rId9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4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3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11" Type="http://schemas.openxmlformats.org/officeDocument/2006/relationships/image" Target="../media/image56.png"/><Relationship Id="rId5" Type="http://schemas.openxmlformats.org/officeDocument/2006/relationships/image" Target="../media/image44.png"/><Relationship Id="rId10" Type="http://schemas.openxmlformats.org/officeDocument/2006/relationships/image" Target="../media/image55.png"/><Relationship Id="rId4" Type="http://schemas.openxmlformats.org/officeDocument/2006/relationships/image" Target="../media/image51.png"/><Relationship Id="rId9" Type="http://schemas.openxmlformats.org/officeDocument/2006/relationships/image" Target="../media/image54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8.png"/><Relationship Id="rId18" Type="http://schemas.openxmlformats.org/officeDocument/2006/relationships/image" Target="../media/image73.png"/><Relationship Id="rId3" Type="http://schemas.openxmlformats.org/officeDocument/2006/relationships/image" Target="../media/image58.png"/><Relationship Id="rId21" Type="http://schemas.openxmlformats.org/officeDocument/2006/relationships/image" Target="../media/image76.png"/><Relationship Id="rId7" Type="http://schemas.openxmlformats.org/officeDocument/2006/relationships/image" Target="../media/image62.png"/><Relationship Id="rId12" Type="http://schemas.openxmlformats.org/officeDocument/2006/relationships/image" Target="../media/image67.png"/><Relationship Id="rId17" Type="http://schemas.openxmlformats.org/officeDocument/2006/relationships/image" Target="../media/image72.png"/><Relationship Id="rId2" Type="http://schemas.openxmlformats.org/officeDocument/2006/relationships/image" Target="../media/image57.png"/><Relationship Id="rId16" Type="http://schemas.openxmlformats.org/officeDocument/2006/relationships/image" Target="../media/image71.png"/><Relationship Id="rId20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11" Type="http://schemas.openxmlformats.org/officeDocument/2006/relationships/image" Target="../media/image66.png"/><Relationship Id="rId24" Type="http://schemas.openxmlformats.org/officeDocument/2006/relationships/image" Target="../media/image79.png"/><Relationship Id="rId5" Type="http://schemas.openxmlformats.org/officeDocument/2006/relationships/image" Target="../media/image60.png"/><Relationship Id="rId15" Type="http://schemas.openxmlformats.org/officeDocument/2006/relationships/image" Target="../media/image70.png"/><Relationship Id="rId23" Type="http://schemas.openxmlformats.org/officeDocument/2006/relationships/image" Target="../media/image78.png"/><Relationship Id="rId10" Type="http://schemas.openxmlformats.org/officeDocument/2006/relationships/image" Target="../media/image65.png"/><Relationship Id="rId19" Type="http://schemas.openxmlformats.org/officeDocument/2006/relationships/image" Target="../media/image74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Relationship Id="rId14" Type="http://schemas.openxmlformats.org/officeDocument/2006/relationships/image" Target="../media/image69.png"/><Relationship Id="rId22" Type="http://schemas.openxmlformats.org/officeDocument/2006/relationships/image" Target="../media/image77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image" Target="../media/image81.png"/><Relationship Id="rId7" Type="http://schemas.openxmlformats.org/officeDocument/2006/relationships/image" Target="../media/image9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Relationship Id="rId9" Type="http://schemas.openxmlformats.org/officeDocument/2006/relationships/image" Target="../media/image9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7B82752-7931-FACB-4C51-4C607B9BD51E}"/>
              </a:ext>
            </a:extLst>
          </p:cNvPr>
          <p:cNvCxnSpPr>
            <a:cxnSpLocks/>
          </p:cNvCxnSpPr>
          <p:nvPr/>
        </p:nvCxnSpPr>
        <p:spPr>
          <a:xfrm>
            <a:off x="6169866" y="2571960"/>
            <a:ext cx="0" cy="3295441"/>
          </a:xfrm>
          <a:prstGeom prst="line">
            <a:avLst/>
          </a:prstGeom>
          <a:ln w="1905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1164169-1AB8-10A8-5A39-050A828D536B}"/>
              </a:ext>
            </a:extLst>
          </p:cNvPr>
          <p:cNvCxnSpPr>
            <a:cxnSpLocks/>
          </p:cNvCxnSpPr>
          <p:nvPr/>
        </p:nvCxnSpPr>
        <p:spPr>
          <a:xfrm flipV="1">
            <a:off x="1307976" y="1152144"/>
            <a:ext cx="6930387" cy="4728209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FDC559B-2C3F-EC64-82F2-7BAED42BC41A}"/>
              </a:ext>
            </a:extLst>
          </p:cNvPr>
          <p:cNvGrpSpPr/>
          <p:nvPr/>
        </p:nvGrpSpPr>
        <p:grpSpPr>
          <a:xfrm>
            <a:off x="1297684" y="804672"/>
            <a:ext cx="9089136" cy="5102352"/>
            <a:chOff x="1297684" y="804672"/>
            <a:chExt cx="9089136" cy="5102352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BE5C29BC-E870-65EE-E2E2-C2E5BA85AB97}"/>
                </a:ext>
              </a:extLst>
            </p:cNvPr>
            <p:cNvCxnSpPr/>
            <p:nvPr/>
          </p:nvCxnSpPr>
          <p:spPr>
            <a:xfrm>
              <a:off x="1316736" y="804672"/>
              <a:ext cx="0" cy="510235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9E90807-EC1B-B16A-A179-74E484A1B2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97684" y="5879972"/>
              <a:ext cx="9089136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412B364-1DA7-2B43-5419-2AF1123F8508}"/>
              </a:ext>
            </a:extLst>
          </p:cNvPr>
          <p:cNvSpPr/>
          <p:nvPr/>
        </p:nvSpPr>
        <p:spPr>
          <a:xfrm>
            <a:off x="1323974" y="1933577"/>
            <a:ext cx="8515341" cy="3933824"/>
          </a:xfrm>
          <a:custGeom>
            <a:avLst/>
            <a:gdLst>
              <a:gd name="connsiteX0" fmla="*/ 0 w 1352550"/>
              <a:gd name="connsiteY0" fmla="*/ 2066925 h 2066925"/>
              <a:gd name="connsiteX1" fmla="*/ 1352550 w 1352550"/>
              <a:gd name="connsiteY1" fmla="*/ 0 h 2066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52550" h="2066925">
                <a:moveTo>
                  <a:pt x="0" y="2066925"/>
                </a:moveTo>
                <a:cubicBezTo>
                  <a:pt x="63500" y="1300956"/>
                  <a:pt x="127000" y="534987"/>
                  <a:pt x="1352550" y="0"/>
                </a:cubicBezTo>
              </a:path>
            </a:pathLst>
          </a:cu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7F6510C-0F6E-7AB5-980D-7B03F1FFA6DB}"/>
              </a:ext>
            </a:extLst>
          </p:cNvPr>
          <p:cNvSpPr/>
          <p:nvPr/>
        </p:nvSpPr>
        <p:spPr>
          <a:xfrm>
            <a:off x="6096000" y="2480469"/>
            <a:ext cx="147731" cy="154781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3F86C16-A25B-DE22-557F-5EB722BDAB31}"/>
                  </a:ext>
                </a:extLst>
              </p:cNvPr>
              <p:cNvSpPr txBox="1"/>
              <p:nvPr/>
            </p:nvSpPr>
            <p:spPr>
              <a:xfrm>
                <a:off x="9846552" y="1721740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𝒔𝒇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3F86C16-A25B-DE22-557F-5EB722BDAB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6552" y="1721740"/>
                <a:ext cx="609600" cy="369332"/>
              </a:xfrm>
              <a:prstGeom prst="rect">
                <a:avLst/>
              </a:prstGeom>
              <a:blipFill>
                <a:blip r:embed="rId2"/>
                <a:stretch>
                  <a:fillRect l="-3000" r="-28000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DFBB204-1FED-8482-5A5B-E13836D14E02}"/>
                  </a:ext>
                </a:extLst>
              </p:cNvPr>
              <p:cNvSpPr txBox="1"/>
              <p:nvPr/>
            </p:nvSpPr>
            <p:spPr>
              <a:xfrm>
                <a:off x="8238362" y="967478"/>
                <a:ext cx="11342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𝜹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DFBB204-1FED-8482-5A5B-E13836D14E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8362" y="967478"/>
                <a:ext cx="113423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B136C52-F472-F5FC-1E85-C4516AA90676}"/>
                  </a:ext>
                </a:extLst>
              </p:cNvPr>
              <p:cNvSpPr txBox="1"/>
              <p:nvPr/>
            </p:nvSpPr>
            <p:spPr>
              <a:xfrm>
                <a:off x="10284716" y="5695306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B136C52-F472-F5FC-1E85-C4516AA906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4716" y="5695306"/>
                <a:ext cx="60960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2A8AAEC-2E5C-C25E-4A94-365F98B54E66}"/>
                  </a:ext>
                </a:extLst>
              </p:cNvPr>
              <p:cNvSpPr txBox="1"/>
              <p:nvPr/>
            </p:nvSpPr>
            <p:spPr>
              <a:xfrm>
                <a:off x="756856" y="435340"/>
                <a:ext cx="11342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2A8AAEC-2E5C-C25E-4A94-365F98B54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856" y="435340"/>
                <a:ext cx="1134236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9B90583-31A1-BCE9-52FF-50B2A1A8B017}"/>
                  </a:ext>
                </a:extLst>
              </p:cNvPr>
              <p:cNvSpPr txBox="1"/>
              <p:nvPr/>
            </p:nvSpPr>
            <p:spPr>
              <a:xfrm>
                <a:off x="5865065" y="5907024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9B90583-31A1-BCE9-52FF-50B2A1A8B0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5065" y="5907024"/>
                <a:ext cx="60960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2280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0EEED-8D95-42DF-4DB6-E5FAAB4DF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2B4EB83-1C42-9F6F-0AD6-166EC3AFCBD6}"/>
              </a:ext>
            </a:extLst>
          </p:cNvPr>
          <p:cNvCxnSpPr>
            <a:cxnSpLocks/>
          </p:cNvCxnSpPr>
          <p:nvPr/>
        </p:nvCxnSpPr>
        <p:spPr>
          <a:xfrm>
            <a:off x="6169866" y="2571960"/>
            <a:ext cx="0" cy="3295441"/>
          </a:xfrm>
          <a:prstGeom prst="line">
            <a:avLst/>
          </a:prstGeom>
          <a:ln w="1905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5C45A98-DE26-4834-CE51-F83700A55CF0}"/>
              </a:ext>
            </a:extLst>
          </p:cNvPr>
          <p:cNvCxnSpPr>
            <a:cxnSpLocks/>
          </p:cNvCxnSpPr>
          <p:nvPr/>
        </p:nvCxnSpPr>
        <p:spPr>
          <a:xfrm flipV="1">
            <a:off x="1307976" y="1152144"/>
            <a:ext cx="6930387" cy="4728209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8227E1D-6ED4-C05C-0059-8C659FDF70FA}"/>
              </a:ext>
            </a:extLst>
          </p:cNvPr>
          <p:cNvGrpSpPr/>
          <p:nvPr/>
        </p:nvGrpSpPr>
        <p:grpSpPr>
          <a:xfrm>
            <a:off x="1297684" y="804672"/>
            <a:ext cx="9089136" cy="5102352"/>
            <a:chOff x="1297684" y="804672"/>
            <a:chExt cx="9089136" cy="5102352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B2C8F2F6-B63E-6B4D-1A38-805EA21114C1}"/>
                </a:ext>
              </a:extLst>
            </p:cNvPr>
            <p:cNvCxnSpPr/>
            <p:nvPr/>
          </p:nvCxnSpPr>
          <p:spPr>
            <a:xfrm>
              <a:off x="1316736" y="804672"/>
              <a:ext cx="0" cy="510235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80B5B25-9ACE-73DF-7F40-47A92DA93C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97684" y="5879972"/>
              <a:ext cx="9089136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98819047-FE75-2837-DE57-A6B5E91A0002}"/>
              </a:ext>
            </a:extLst>
          </p:cNvPr>
          <p:cNvSpPr/>
          <p:nvPr/>
        </p:nvSpPr>
        <p:spPr>
          <a:xfrm>
            <a:off x="1323974" y="1933577"/>
            <a:ext cx="8515341" cy="3933824"/>
          </a:xfrm>
          <a:custGeom>
            <a:avLst/>
            <a:gdLst>
              <a:gd name="connsiteX0" fmla="*/ 0 w 1352550"/>
              <a:gd name="connsiteY0" fmla="*/ 2066925 h 2066925"/>
              <a:gd name="connsiteX1" fmla="*/ 1352550 w 1352550"/>
              <a:gd name="connsiteY1" fmla="*/ 0 h 2066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52550" h="2066925">
                <a:moveTo>
                  <a:pt x="0" y="2066925"/>
                </a:moveTo>
                <a:cubicBezTo>
                  <a:pt x="63500" y="1300956"/>
                  <a:pt x="127000" y="534987"/>
                  <a:pt x="1352550" y="0"/>
                </a:cubicBezTo>
              </a:path>
            </a:pathLst>
          </a:cu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93139A0-36AD-B21D-BEB3-A73019CBD928}"/>
              </a:ext>
            </a:extLst>
          </p:cNvPr>
          <p:cNvSpPr/>
          <p:nvPr/>
        </p:nvSpPr>
        <p:spPr>
          <a:xfrm>
            <a:off x="6096000" y="2480469"/>
            <a:ext cx="147731" cy="154781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2E7FF2E-4283-2AA8-8A0B-40C08FEE4EEF}"/>
                  </a:ext>
                </a:extLst>
              </p:cNvPr>
              <p:cNvSpPr txBox="1"/>
              <p:nvPr/>
            </p:nvSpPr>
            <p:spPr>
              <a:xfrm>
                <a:off x="9846552" y="1721740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𝒔𝒇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2E7FF2E-4283-2AA8-8A0B-40C08FEE4E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6552" y="1721740"/>
                <a:ext cx="609600" cy="369332"/>
              </a:xfrm>
              <a:prstGeom prst="rect">
                <a:avLst/>
              </a:prstGeom>
              <a:blipFill>
                <a:blip r:embed="rId2"/>
                <a:stretch>
                  <a:fillRect l="-3000" r="-28000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2327CB0-C2A8-F854-1AA6-8142E9CB0389}"/>
                  </a:ext>
                </a:extLst>
              </p:cNvPr>
              <p:cNvSpPr txBox="1"/>
              <p:nvPr/>
            </p:nvSpPr>
            <p:spPr>
              <a:xfrm>
                <a:off x="7671244" y="767060"/>
                <a:ext cx="11342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𝜹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2327CB0-C2A8-F854-1AA6-8142E9CB03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1244" y="767060"/>
                <a:ext cx="113423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8AF6D2C-A8C5-7184-735F-3EBD497D1743}"/>
                  </a:ext>
                </a:extLst>
              </p:cNvPr>
              <p:cNvSpPr txBox="1"/>
              <p:nvPr/>
            </p:nvSpPr>
            <p:spPr>
              <a:xfrm>
                <a:off x="10284716" y="5695306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8AF6D2C-A8C5-7184-735F-3EBD497D17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4716" y="5695306"/>
                <a:ext cx="60960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3336F02-78AD-D8B4-B1F7-3E58A517DF56}"/>
                  </a:ext>
                </a:extLst>
              </p:cNvPr>
              <p:cNvSpPr txBox="1"/>
              <p:nvPr/>
            </p:nvSpPr>
            <p:spPr>
              <a:xfrm>
                <a:off x="756856" y="435340"/>
                <a:ext cx="11342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3336F02-78AD-D8B4-B1F7-3E58A517DF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856" y="435340"/>
                <a:ext cx="1134236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7AD36D8-420A-6AB2-AF8E-0038EAAB5DF6}"/>
                  </a:ext>
                </a:extLst>
              </p:cNvPr>
              <p:cNvSpPr txBox="1"/>
              <p:nvPr/>
            </p:nvSpPr>
            <p:spPr>
              <a:xfrm>
                <a:off x="5865065" y="5907024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7AD36D8-420A-6AB2-AF8E-0038EAAB5D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5065" y="5907024"/>
                <a:ext cx="60960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reeform: Shape 1">
            <a:extLst>
              <a:ext uri="{FF2B5EF4-FFF2-40B4-BE49-F238E27FC236}">
                <a16:creationId xmlns:a16="http://schemas.microsoft.com/office/drawing/2014/main" id="{7A99B44C-E8AB-0D56-E5B7-640423B11340}"/>
              </a:ext>
            </a:extLst>
          </p:cNvPr>
          <p:cNvSpPr/>
          <p:nvPr/>
        </p:nvSpPr>
        <p:spPr>
          <a:xfrm>
            <a:off x="1335790" y="1228725"/>
            <a:ext cx="8322560" cy="4611505"/>
          </a:xfrm>
          <a:custGeom>
            <a:avLst/>
            <a:gdLst>
              <a:gd name="connsiteX0" fmla="*/ 0 w 1352550"/>
              <a:gd name="connsiteY0" fmla="*/ 2066925 h 2066925"/>
              <a:gd name="connsiteX1" fmla="*/ 1352550 w 1352550"/>
              <a:gd name="connsiteY1" fmla="*/ 0 h 2066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52550" h="2066925">
                <a:moveTo>
                  <a:pt x="0" y="2066925"/>
                </a:moveTo>
                <a:cubicBezTo>
                  <a:pt x="63500" y="1300956"/>
                  <a:pt x="127000" y="534987"/>
                  <a:pt x="1352550" y="0"/>
                </a:cubicBezTo>
              </a:path>
            </a:pathLst>
          </a:cu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AA77F3A-A18C-328E-6C14-2B6456CB4D71}"/>
                  </a:ext>
                </a:extLst>
              </p:cNvPr>
              <p:cNvSpPr txBox="1"/>
              <p:nvPr/>
            </p:nvSpPr>
            <p:spPr>
              <a:xfrm>
                <a:off x="9652993" y="1027153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AA77F3A-A18C-328E-6C14-2B6456CB4D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2993" y="1027153"/>
                <a:ext cx="609600" cy="369332"/>
              </a:xfrm>
              <a:prstGeom prst="rect">
                <a:avLst/>
              </a:prstGeom>
              <a:blipFill>
                <a:blip r:embed="rId7"/>
                <a:stretch>
                  <a:fillRect r="-38000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1F2E2AF-538B-4E8E-8125-3039C083DB53}"/>
              </a:ext>
            </a:extLst>
          </p:cNvPr>
          <p:cNvCxnSpPr/>
          <p:nvPr/>
        </p:nvCxnSpPr>
        <p:spPr>
          <a:xfrm flipV="1">
            <a:off x="9029700" y="1396485"/>
            <a:ext cx="0" cy="537092"/>
          </a:xfrm>
          <a:prstGeom prst="straightConnector1">
            <a:avLst/>
          </a:prstGeom>
          <a:ln w="762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22E0356-54C8-1E7C-0A18-9F06BF235EF3}"/>
              </a:ext>
            </a:extLst>
          </p:cNvPr>
          <p:cNvCxnSpPr>
            <a:cxnSpLocks/>
          </p:cNvCxnSpPr>
          <p:nvPr/>
        </p:nvCxnSpPr>
        <p:spPr>
          <a:xfrm>
            <a:off x="6550865" y="6092273"/>
            <a:ext cx="716710" cy="0"/>
          </a:xfrm>
          <a:prstGeom prst="straightConnector1">
            <a:avLst/>
          </a:prstGeom>
          <a:ln w="762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9B4A3A2-2C7A-A537-36EC-461D0C0EF2A7}"/>
              </a:ext>
            </a:extLst>
          </p:cNvPr>
          <p:cNvCxnSpPr>
            <a:cxnSpLocks/>
          </p:cNvCxnSpPr>
          <p:nvPr/>
        </p:nvCxnSpPr>
        <p:spPr>
          <a:xfrm>
            <a:off x="7548260" y="1622336"/>
            <a:ext cx="0" cy="4245065"/>
          </a:xfrm>
          <a:prstGeom prst="line">
            <a:avLst/>
          </a:prstGeom>
          <a:ln w="1905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CAD12D76-2E38-3D9C-5EC9-BDBB34453CAA}"/>
              </a:ext>
            </a:extLst>
          </p:cNvPr>
          <p:cNvSpPr/>
          <p:nvPr/>
        </p:nvSpPr>
        <p:spPr>
          <a:xfrm>
            <a:off x="7474394" y="1530845"/>
            <a:ext cx="147731" cy="154781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950171F-38F1-FADA-3A3D-4C9C344E6672}"/>
                  </a:ext>
                </a:extLst>
              </p:cNvPr>
              <p:cNvSpPr txBox="1"/>
              <p:nvPr/>
            </p:nvSpPr>
            <p:spPr>
              <a:xfrm>
                <a:off x="7267575" y="5916811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∗′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950171F-38F1-FADA-3A3D-4C9C344E66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7575" y="5916811"/>
                <a:ext cx="60960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8947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8DAAC-1853-2675-0B65-41847080C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7B635B0-2824-8D65-EDFF-5F0EF9997154}"/>
              </a:ext>
            </a:extLst>
          </p:cNvPr>
          <p:cNvCxnSpPr>
            <a:cxnSpLocks/>
          </p:cNvCxnSpPr>
          <p:nvPr/>
        </p:nvCxnSpPr>
        <p:spPr>
          <a:xfrm>
            <a:off x="8080057" y="2212786"/>
            <a:ext cx="0" cy="3654615"/>
          </a:xfrm>
          <a:prstGeom prst="line">
            <a:avLst/>
          </a:prstGeom>
          <a:ln w="1905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5AD14EE-901C-192B-8602-5E13E3D98A8F}"/>
              </a:ext>
            </a:extLst>
          </p:cNvPr>
          <p:cNvCxnSpPr>
            <a:cxnSpLocks/>
          </p:cNvCxnSpPr>
          <p:nvPr/>
        </p:nvCxnSpPr>
        <p:spPr>
          <a:xfrm>
            <a:off x="6169866" y="2571960"/>
            <a:ext cx="0" cy="3295441"/>
          </a:xfrm>
          <a:prstGeom prst="line">
            <a:avLst/>
          </a:prstGeom>
          <a:ln w="1905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9FB6ED9-8A9A-8F89-47FB-5F2B72E45A5C}"/>
              </a:ext>
            </a:extLst>
          </p:cNvPr>
          <p:cNvCxnSpPr>
            <a:cxnSpLocks/>
          </p:cNvCxnSpPr>
          <p:nvPr/>
        </p:nvCxnSpPr>
        <p:spPr>
          <a:xfrm flipV="1">
            <a:off x="1307976" y="1152144"/>
            <a:ext cx="6930387" cy="4728209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61E69A5-513E-2C98-A4BC-B1801DAA5A5A}"/>
              </a:ext>
            </a:extLst>
          </p:cNvPr>
          <p:cNvGrpSpPr/>
          <p:nvPr/>
        </p:nvGrpSpPr>
        <p:grpSpPr>
          <a:xfrm>
            <a:off x="1297684" y="804672"/>
            <a:ext cx="9089136" cy="5102352"/>
            <a:chOff x="1297684" y="804672"/>
            <a:chExt cx="9089136" cy="5102352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7FE33C1-40D4-2FCB-1C51-B4221440E0B1}"/>
                </a:ext>
              </a:extLst>
            </p:cNvPr>
            <p:cNvCxnSpPr/>
            <p:nvPr/>
          </p:nvCxnSpPr>
          <p:spPr>
            <a:xfrm>
              <a:off x="1316736" y="804672"/>
              <a:ext cx="0" cy="510235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9AE8362-B342-88B0-120E-47F4D3C0D5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97684" y="5879972"/>
              <a:ext cx="9089136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13093A31-DE40-F2B6-EBC2-F38A091C84F3}"/>
              </a:ext>
            </a:extLst>
          </p:cNvPr>
          <p:cNvSpPr/>
          <p:nvPr/>
        </p:nvSpPr>
        <p:spPr>
          <a:xfrm>
            <a:off x="1323974" y="1933577"/>
            <a:ext cx="8515341" cy="3933824"/>
          </a:xfrm>
          <a:custGeom>
            <a:avLst/>
            <a:gdLst>
              <a:gd name="connsiteX0" fmla="*/ 0 w 1352550"/>
              <a:gd name="connsiteY0" fmla="*/ 2066925 h 2066925"/>
              <a:gd name="connsiteX1" fmla="*/ 1352550 w 1352550"/>
              <a:gd name="connsiteY1" fmla="*/ 0 h 2066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52550" h="2066925">
                <a:moveTo>
                  <a:pt x="0" y="2066925"/>
                </a:moveTo>
                <a:cubicBezTo>
                  <a:pt x="63500" y="1300956"/>
                  <a:pt x="127000" y="534987"/>
                  <a:pt x="1352550" y="0"/>
                </a:cubicBezTo>
              </a:path>
            </a:pathLst>
          </a:cu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C7743C0-D4D5-F34E-8A70-755E5D7B5DE6}"/>
              </a:ext>
            </a:extLst>
          </p:cNvPr>
          <p:cNvSpPr/>
          <p:nvPr/>
        </p:nvSpPr>
        <p:spPr>
          <a:xfrm>
            <a:off x="6096000" y="2480469"/>
            <a:ext cx="147731" cy="154781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F31DFA9-E572-028A-757B-74F500EC261E}"/>
                  </a:ext>
                </a:extLst>
              </p:cNvPr>
              <p:cNvSpPr txBox="1"/>
              <p:nvPr/>
            </p:nvSpPr>
            <p:spPr>
              <a:xfrm>
                <a:off x="9846552" y="1721740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𝒔𝒇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F31DFA9-E572-028A-757B-74F500EC26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6552" y="1721740"/>
                <a:ext cx="609600" cy="369332"/>
              </a:xfrm>
              <a:prstGeom prst="rect">
                <a:avLst/>
              </a:prstGeom>
              <a:blipFill>
                <a:blip r:embed="rId2"/>
                <a:stretch>
                  <a:fillRect l="-3000" r="-28000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3F523D1-B7F4-79C9-2A09-C4EF721656FE}"/>
                  </a:ext>
                </a:extLst>
              </p:cNvPr>
              <p:cNvSpPr txBox="1"/>
              <p:nvPr/>
            </p:nvSpPr>
            <p:spPr>
              <a:xfrm>
                <a:off x="7671244" y="767060"/>
                <a:ext cx="11342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𝜹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3F523D1-B7F4-79C9-2A09-C4EF721656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1244" y="767060"/>
                <a:ext cx="113423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90692B2-E75C-B88F-DD75-B16B7267031E}"/>
                  </a:ext>
                </a:extLst>
              </p:cNvPr>
              <p:cNvSpPr txBox="1"/>
              <p:nvPr/>
            </p:nvSpPr>
            <p:spPr>
              <a:xfrm>
                <a:off x="10284716" y="5695306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90692B2-E75C-B88F-DD75-B16B726703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4716" y="5695306"/>
                <a:ext cx="60960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8B00EF4-90A3-898D-8C9B-DB1B56BDEE86}"/>
                  </a:ext>
                </a:extLst>
              </p:cNvPr>
              <p:cNvSpPr txBox="1"/>
              <p:nvPr/>
            </p:nvSpPr>
            <p:spPr>
              <a:xfrm>
                <a:off x="756856" y="435340"/>
                <a:ext cx="11342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8B00EF4-90A3-898D-8C9B-DB1B56BDEE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856" y="435340"/>
                <a:ext cx="1134236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683BC0F-B001-35DD-FB5B-B05485520F7D}"/>
                  </a:ext>
                </a:extLst>
              </p:cNvPr>
              <p:cNvSpPr txBox="1"/>
              <p:nvPr/>
            </p:nvSpPr>
            <p:spPr>
              <a:xfrm>
                <a:off x="5865065" y="5907024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683BC0F-B001-35DD-FB5B-B05485520F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5065" y="5907024"/>
                <a:ext cx="60960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FC5AB320-9CF9-7CB3-81B2-225B1ED5A419}"/>
              </a:ext>
            </a:extLst>
          </p:cNvPr>
          <p:cNvSpPr/>
          <p:nvPr/>
        </p:nvSpPr>
        <p:spPr>
          <a:xfrm>
            <a:off x="8006191" y="2121295"/>
            <a:ext cx="147731" cy="154781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Half Frame 11">
            <a:extLst>
              <a:ext uri="{FF2B5EF4-FFF2-40B4-BE49-F238E27FC236}">
                <a16:creationId xmlns:a16="http://schemas.microsoft.com/office/drawing/2014/main" id="{FB76BDB1-0A0D-F8E1-0DC3-C7187A09C5D1}"/>
              </a:ext>
            </a:extLst>
          </p:cNvPr>
          <p:cNvSpPr/>
          <p:nvPr/>
        </p:nvSpPr>
        <p:spPr>
          <a:xfrm rot="17821239">
            <a:off x="7648197" y="2014106"/>
            <a:ext cx="407443" cy="396599"/>
          </a:xfrm>
          <a:prstGeom prst="halfFram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Half Frame 15">
            <a:extLst>
              <a:ext uri="{FF2B5EF4-FFF2-40B4-BE49-F238E27FC236}">
                <a16:creationId xmlns:a16="http://schemas.microsoft.com/office/drawing/2014/main" id="{528F5889-FFC1-ED22-8C4B-1C0674A6EBBF}"/>
              </a:ext>
            </a:extLst>
          </p:cNvPr>
          <p:cNvSpPr/>
          <p:nvPr/>
        </p:nvSpPr>
        <p:spPr>
          <a:xfrm rot="17821239">
            <a:off x="7168582" y="2106439"/>
            <a:ext cx="407443" cy="396599"/>
          </a:xfrm>
          <a:prstGeom prst="halfFram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Half Frame 17">
            <a:extLst>
              <a:ext uri="{FF2B5EF4-FFF2-40B4-BE49-F238E27FC236}">
                <a16:creationId xmlns:a16="http://schemas.microsoft.com/office/drawing/2014/main" id="{EF759F05-14D9-50B5-7C66-89B2FCAEBEE6}"/>
              </a:ext>
            </a:extLst>
          </p:cNvPr>
          <p:cNvSpPr/>
          <p:nvPr/>
        </p:nvSpPr>
        <p:spPr>
          <a:xfrm rot="17749112">
            <a:off x="6690942" y="2207854"/>
            <a:ext cx="407443" cy="396599"/>
          </a:xfrm>
          <a:prstGeom prst="halfFram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FC77ACF-C324-76A6-017D-76DC66F6F930}"/>
                  </a:ext>
                </a:extLst>
              </p:cNvPr>
              <p:cNvSpPr txBox="1"/>
              <p:nvPr/>
            </p:nvSpPr>
            <p:spPr>
              <a:xfrm>
                <a:off x="7770090" y="5899022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FC77ACF-C324-76A6-017D-76DC66F6F9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0090" y="5899022"/>
                <a:ext cx="60960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449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B4EEC-2A00-103C-74EC-D8692DA59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92164ED-969B-37C4-1898-0BECC7F0426F}"/>
              </a:ext>
            </a:extLst>
          </p:cNvPr>
          <p:cNvCxnSpPr>
            <a:cxnSpLocks/>
          </p:cNvCxnSpPr>
          <p:nvPr/>
        </p:nvCxnSpPr>
        <p:spPr>
          <a:xfrm>
            <a:off x="3595571" y="3356423"/>
            <a:ext cx="0" cy="2510978"/>
          </a:xfrm>
          <a:prstGeom prst="line">
            <a:avLst/>
          </a:prstGeom>
          <a:ln w="1905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372CE8E-10DE-B914-3AD2-38838E05D8DF}"/>
              </a:ext>
            </a:extLst>
          </p:cNvPr>
          <p:cNvCxnSpPr>
            <a:cxnSpLocks/>
          </p:cNvCxnSpPr>
          <p:nvPr/>
        </p:nvCxnSpPr>
        <p:spPr>
          <a:xfrm>
            <a:off x="6169866" y="2571960"/>
            <a:ext cx="0" cy="3295441"/>
          </a:xfrm>
          <a:prstGeom prst="line">
            <a:avLst/>
          </a:prstGeom>
          <a:ln w="1905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896B5CA-4FD5-D78A-75E5-EB42D4D82E52}"/>
              </a:ext>
            </a:extLst>
          </p:cNvPr>
          <p:cNvCxnSpPr>
            <a:cxnSpLocks/>
          </p:cNvCxnSpPr>
          <p:nvPr/>
        </p:nvCxnSpPr>
        <p:spPr>
          <a:xfrm flipV="1">
            <a:off x="1307976" y="1152144"/>
            <a:ext cx="6930387" cy="4728209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7E799FB-7605-5793-51F8-AEEFBCA6EBEA}"/>
              </a:ext>
            </a:extLst>
          </p:cNvPr>
          <p:cNvGrpSpPr/>
          <p:nvPr/>
        </p:nvGrpSpPr>
        <p:grpSpPr>
          <a:xfrm>
            <a:off x="1297684" y="804672"/>
            <a:ext cx="9089136" cy="5102352"/>
            <a:chOff x="1297684" y="804672"/>
            <a:chExt cx="9089136" cy="5102352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CFDDF99-5E18-E2D6-BB60-3B4EF3DDC5F8}"/>
                </a:ext>
              </a:extLst>
            </p:cNvPr>
            <p:cNvCxnSpPr/>
            <p:nvPr/>
          </p:nvCxnSpPr>
          <p:spPr>
            <a:xfrm>
              <a:off x="1316736" y="804672"/>
              <a:ext cx="0" cy="510235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52D7785-376A-DE09-5353-5776709FA1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97684" y="5879972"/>
              <a:ext cx="9089136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B9D87B6-4499-5EC1-4D5C-312BC2D5CD15}"/>
              </a:ext>
            </a:extLst>
          </p:cNvPr>
          <p:cNvSpPr/>
          <p:nvPr/>
        </p:nvSpPr>
        <p:spPr>
          <a:xfrm>
            <a:off x="1323974" y="1933577"/>
            <a:ext cx="8515341" cy="3933824"/>
          </a:xfrm>
          <a:custGeom>
            <a:avLst/>
            <a:gdLst>
              <a:gd name="connsiteX0" fmla="*/ 0 w 1352550"/>
              <a:gd name="connsiteY0" fmla="*/ 2066925 h 2066925"/>
              <a:gd name="connsiteX1" fmla="*/ 1352550 w 1352550"/>
              <a:gd name="connsiteY1" fmla="*/ 0 h 2066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52550" h="2066925">
                <a:moveTo>
                  <a:pt x="0" y="2066925"/>
                </a:moveTo>
                <a:cubicBezTo>
                  <a:pt x="63500" y="1300956"/>
                  <a:pt x="127000" y="534987"/>
                  <a:pt x="1352550" y="0"/>
                </a:cubicBezTo>
              </a:path>
            </a:pathLst>
          </a:cu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FA84B19-F717-A8DA-E872-EB65D76B9349}"/>
              </a:ext>
            </a:extLst>
          </p:cNvPr>
          <p:cNvSpPr/>
          <p:nvPr/>
        </p:nvSpPr>
        <p:spPr>
          <a:xfrm>
            <a:off x="6096000" y="2480469"/>
            <a:ext cx="147731" cy="154781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08F1573-9518-BFD2-B4C3-A5F00DCAF3D4}"/>
                  </a:ext>
                </a:extLst>
              </p:cNvPr>
              <p:cNvSpPr txBox="1"/>
              <p:nvPr/>
            </p:nvSpPr>
            <p:spPr>
              <a:xfrm>
                <a:off x="9846552" y="1721740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𝒔𝒇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08F1573-9518-BFD2-B4C3-A5F00DCAF3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6552" y="1721740"/>
                <a:ext cx="609600" cy="369332"/>
              </a:xfrm>
              <a:prstGeom prst="rect">
                <a:avLst/>
              </a:prstGeom>
              <a:blipFill>
                <a:blip r:embed="rId2"/>
                <a:stretch>
                  <a:fillRect l="-3000" r="-28000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63D3C84-1669-428A-6E00-E7374BE519C3}"/>
                  </a:ext>
                </a:extLst>
              </p:cNvPr>
              <p:cNvSpPr txBox="1"/>
              <p:nvPr/>
            </p:nvSpPr>
            <p:spPr>
              <a:xfrm>
                <a:off x="7671244" y="767060"/>
                <a:ext cx="11342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𝜹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63D3C84-1669-428A-6E00-E7374BE519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1244" y="767060"/>
                <a:ext cx="113423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7F1EF03-1BE6-8480-5AAC-180EFEB7615C}"/>
                  </a:ext>
                </a:extLst>
              </p:cNvPr>
              <p:cNvSpPr txBox="1"/>
              <p:nvPr/>
            </p:nvSpPr>
            <p:spPr>
              <a:xfrm>
                <a:off x="10284716" y="5695306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7F1EF03-1BE6-8480-5AAC-180EFEB761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4716" y="5695306"/>
                <a:ext cx="60960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C7DB8D1-F948-5553-267C-A561C0760F0F}"/>
                  </a:ext>
                </a:extLst>
              </p:cNvPr>
              <p:cNvSpPr txBox="1"/>
              <p:nvPr/>
            </p:nvSpPr>
            <p:spPr>
              <a:xfrm>
                <a:off x="756856" y="435340"/>
                <a:ext cx="11342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C7DB8D1-F948-5553-267C-A561C0760F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856" y="435340"/>
                <a:ext cx="1134236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83B04CA-2BFF-54A2-784C-C08009D37CBF}"/>
                  </a:ext>
                </a:extLst>
              </p:cNvPr>
              <p:cNvSpPr txBox="1"/>
              <p:nvPr/>
            </p:nvSpPr>
            <p:spPr>
              <a:xfrm>
                <a:off x="5865065" y="5907024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83B04CA-2BFF-54A2-784C-C08009D37C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5065" y="5907024"/>
                <a:ext cx="60960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013D2662-5AA3-9A12-C6F6-9FF5561A815B}"/>
              </a:ext>
            </a:extLst>
          </p:cNvPr>
          <p:cNvSpPr/>
          <p:nvPr/>
        </p:nvSpPr>
        <p:spPr>
          <a:xfrm>
            <a:off x="3521705" y="3264932"/>
            <a:ext cx="147731" cy="154781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08CCF87-AB20-5DA3-0BA9-C6DB5BF3B8F0}"/>
                  </a:ext>
                </a:extLst>
              </p:cNvPr>
              <p:cNvSpPr txBox="1"/>
              <p:nvPr/>
            </p:nvSpPr>
            <p:spPr>
              <a:xfrm>
                <a:off x="3310007" y="5907024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08CCF87-AB20-5DA3-0BA9-C6DB5BF3B8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0007" y="5907024"/>
                <a:ext cx="60960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Half Frame 9">
            <a:extLst>
              <a:ext uri="{FF2B5EF4-FFF2-40B4-BE49-F238E27FC236}">
                <a16:creationId xmlns:a16="http://schemas.microsoft.com/office/drawing/2014/main" id="{D0A50D52-C4EF-722D-6E07-9B10E519FAF5}"/>
              </a:ext>
            </a:extLst>
          </p:cNvPr>
          <p:cNvSpPr/>
          <p:nvPr/>
        </p:nvSpPr>
        <p:spPr>
          <a:xfrm rot="6767591">
            <a:off x="3644093" y="3062694"/>
            <a:ext cx="407443" cy="396599"/>
          </a:xfrm>
          <a:prstGeom prst="halfFram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Half Frame 11">
            <a:extLst>
              <a:ext uri="{FF2B5EF4-FFF2-40B4-BE49-F238E27FC236}">
                <a16:creationId xmlns:a16="http://schemas.microsoft.com/office/drawing/2014/main" id="{C350BD69-C050-1879-5D15-8CC2A41B7608}"/>
              </a:ext>
            </a:extLst>
          </p:cNvPr>
          <p:cNvSpPr/>
          <p:nvPr/>
        </p:nvSpPr>
        <p:spPr>
          <a:xfrm rot="6860272">
            <a:off x="4108863" y="2884983"/>
            <a:ext cx="407443" cy="396599"/>
          </a:xfrm>
          <a:prstGeom prst="halfFram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Half Frame 13">
            <a:extLst>
              <a:ext uri="{FF2B5EF4-FFF2-40B4-BE49-F238E27FC236}">
                <a16:creationId xmlns:a16="http://schemas.microsoft.com/office/drawing/2014/main" id="{A29F9D81-CD26-9663-5E44-A45E5E535BF1}"/>
              </a:ext>
            </a:extLst>
          </p:cNvPr>
          <p:cNvSpPr/>
          <p:nvPr/>
        </p:nvSpPr>
        <p:spPr>
          <a:xfrm rot="6801423">
            <a:off x="4554994" y="2745712"/>
            <a:ext cx="407443" cy="396599"/>
          </a:xfrm>
          <a:prstGeom prst="halfFram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Half Frame 14">
            <a:extLst>
              <a:ext uri="{FF2B5EF4-FFF2-40B4-BE49-F238E27FC236}">
                <a16:creationId xmlns:a16="http://schemas.microsoft.com/office/drawing/2014/main" id="{7C638A47-453F-C377-FD61-E312014A79C3}"/>
              </a:ext>
            </a:extLst>
          </p:cNvPr>
          <p:cNvSpPr/>
          <p:nvPr/>
        </p:nvSpPr>
        <p:spPr>
          <a:xfrm rot="7290787">
            <a:off x="5035381" y="2598726"/>
            <a:ext cx="407443" cy="396599"/>
          </a:xfrm>
          <a:prstGeom prst="halfFram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3729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42D9E47-D892-1DAD-68B4-E7C1C1D0E6D6}"/>
              </a:ext>
            </a:extLst>
          </p:cNvPr>
          <p:cNvCxnSpPr>
            <a:cxnSpLocks/>
          </p:cNvCxnSpPr>
          <p:nvPr/>
        </p:nvCxnSpPr>
        <p:spPr>
          <a:xfrm flipV="1">
            <a:off x="5617029" y="3706836"/>
            <a:ext cx="0" cy="2200188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AC75B85-168A-6337-552D-EC9890F20A81}"/>
              </a:ext>
            </a:extLst>
          </p:cNvPr>
          <p:cNvCxnSpPr>
            <a:cxnSpLocks/>
          </p:cNvCxnSpPr>
          <p:nvPr/>
        </p:nvCxnSpPr>
        <p:spPr>
          <a:xfrm flipV="1">
            <a:off x="3783875" y="3297066"/>
            <a:ext cx="0" cy="2582906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1062C6D-FE49-268B-1BB1-717D4E25C04E}"/>
              </a:ext>
            </a:extLst>
          </p:cNvPr>
          <p:cNvCxnSpPr>
            <a:cxnSpLocks/>
          </p:cNvCxnSpPr>
          <p:nvPr/>
        </p:nvCxnSpPr>
        <p:spPr>
          <a:xfrm>
            <a:off x="1335789" y="3297066"/>
            <a:ext cx="2448085" cy="0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F87927-AC59-BD11-AEFA-4A86794337F4}"/>
              </a:ext>
            </a:extLst>
          </p:cNvPr>
          <p:cNvCxnSpPr>
            <a:cxnSpLocks/>
          </p:cNvCxnSpPr>
          <p:nvPr/>
        </p:nvCxnSpPr>
        <p:spPr>
          <a:xfrm>
            <a:off x="1335789" y="3706836"/>
            <a:ext cx="4281239" cy="0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1925731C-2E71-2071-8BE4-630ED06B9E74}"/>
              </a:ext>
            </a:extLst>
          </p:cNvPr>
          <p:cNvGrpSpPr/>
          <p:nvPr/>
        </p:nvGrpSpPr>
        <p:grpSpPr>
          <a:xfrm>
            <a:off x="1297684" y="804672"/>
            <a:ext cx="9089136" cy="5102352"/>
            <a:chOff x="1297684" y="804672"/>
            <a:chExt cx="9089136" cy="5102352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16E79B95-F02A-5C8B-2398-E0530D84F686}"/>
                </a:ext>
              </a:extLst>
            </p:cNvPr>
            <p:cNvCxnSpPr/>
            <p:nvPr/>
          </p:nvCxnSpPr>
          <p:spPr>
            <a:xfrm>
              <a:off x="1316736" y="804672"/>
              <a:ext cx="0" cy="510235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DAA185E-B917-4A93-3425-C04D1E9A06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97684" y="5879972"/>
              <a:ext cx="9089136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Freeform 7">
            <a:extLst>
              <a:ext uri="{FF2B5EF4-FFF2-40B4-BE49-F238E27FC236}">
                <a16:creationId xmlns:a16="http://schemas.microsoft.com/office/drawing/2014/main" id="{399A4BB7-A917-FF6E-3D36-F0C917A277F7}"/>
              </a:ext>
            </a:extLst>
          </p:cNvPr>
          <p:cNvSpPr/>
          <p:nvPr/>
        </p:nvSpPr>
        <p:spPr>
          <a:xfrm>
            <a:off x="2646206" y="2089294"/>
            <a:ext cx="6200503" cy="1676879"/>
          </a:xfrm>
          <a:custGeom>
            <a:avLst/>
            <a:gdLst>
              <a:gd name="connsiteX0" fmla="*/ 0 w 6200503"/>
              <a:gd name="connsiteY0" fmla="*/ 0 h 1676879"/>
              <a:gd name="connsiteX1" fmla="*/ 3457303 w 6200503"/>
              <a:gd name="connsiteY1" fmla="*/ 1672046 h 1676879"/>
              <a:gd name="connsiteX2" fmla="*/ 6200503 w 6200503"/>
              <a:gd name="connsiteY2" fmla="*/ 409303 h 1676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200503" h="1676879">
                <a:moveTo>
                  <a:pt x="0" y="0"/>
                </a:moveTo>
                <a:cubicBezTo>
                  <a:pt x="1211943" y="801914"/>
                  <a:pt x="2423886" y="1603829"/>
                  <a:pt x="3457303" y="1672046"/>
                </a:cubicBezTo>
                <a:cubicBezTo>
                  <a:pt x="4490720" y="1740263"/>
                  <a:pt x="5345611" y="1074783"/>
                  <a:pt x="6200503" y="409303"/>
                </a:cubicBezTo>
              </a:path>
            </a:pathLst>
          </a:custGeom>
          <a:noFill/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F38AF82C-9C35-E842-1678-31547E269781}"/>
              </a:ext>
            </a:extLst>
          </p:cNvPr>
          <p:cNvSpPr/>
          <p:nvPr/>
        </p:nvSpPr>
        <p:spPr>
          <a:xfrm>
            <a:off x="2995748" y="2724308"/>
            <a:ext cx="6200503" cy="1676879"/>
          </a:xfrm>
          <a:custGeom>
            <a:avLst/>
            <a:gdLst>
              <a:gd name="connsiteX0" fmla="*/ 0 w 6200503"/>
              <a:gd name="connsiteY0" fmla="*/ 0 h 1676879"/>
              <a:gd name="connsiteX1" fmla="*/ 3457303 w 6200503"/>
              <a:gd name="connsiteY1" fmla="*/ 1672046 h 1676879"/>
              <a:gd name="connsiteX2" fmla="*/ 6200503 w 6200503"/>
              <a:gd name="connsiteY2" fmla="*/ 409303 h 1676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200503" h="1676879">
                <a:moveTo>
                  <a:pt x="0" y="0"/>
                </a:moveTo>
                <a:cubicBezTo>
                  <a:pt x="1211943" y="801914"/>
                  <a:pt x="2423886" y="1603829"/>
                  <a:pt x="3457303" y="1672046"/>
                </a:cubicBezTo>
                <a:cubicBezTo>
                  <a:pt x="4490720" y="1740263"/>
                  <a:pt x="5345611" y="1074783"/>
                  <a:pt x="6200503" y="409303"/>
                </a:cubicBezTo>
              </a:path>
            </a:pathLst>
          </a:cu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4315148-4388-2D7D-14CC-1BACF8A0E182}"/>
                  </a:ext>
                </a:extLst>
              </p:cNvPr>
              <p:cNvSpPr txBox="1"/>
              <p:nvPr/>
            </p:nvSpPr>
            <p:spPr>
              <a:xfrm>
                <a:off x="8621625" y="2175534"/>
                <a:ext cx="11342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𝑨𝑻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4315148-4388-2D7D-14CC-1BACF8A0E1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1625" y="2175534"/>
                <a:ext cx="1134237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76EF01D-0437-A528-C363-33B94CB81B7A}"/>
                  </a:ext>
                </a:extLst>
              </p:cNvPr>
              <p:cNvSpPr txBox="1"/>
              <p:nvPr/>
            </p:nvSpPr>
            <p:spPr>
              <a:xfrm>
                <a:off x="9009156" y="2927734"/>
                <a:ext cx="11342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𝑨𝑻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76EF01D-0437-A528-C363-33B94CB81B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9156" y="2927734"/>
                <a:ext cx="113423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3E7BB5E-A1E6-4837-D8E7-6A6AA2B6C3D9}"/>
                  </a:ext>
                </a:extLst>
              </p:cNvPr>
              <p:cNvSpPr txBox="1"/>
              <p:nvPr/>
            </p:nvSpPr>
            <p:spPr>
              <a:xfrm>
                <a:off x="387670" y="435340"/>
                <a:ext cx="11342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$/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𝒖𝒏𝒊𝒕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3E7BB5E-A1E6-4837-D8E7-6A6AA2B6C3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670" y="435340"/>
                <a:ext cx="1134237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8AA51F3-ADC4-88D0-C056-7FF3D1D611FA}"/>
                  </a:ext>
                </a:extLst>
              </p:cNvPr>
              <p:cNvSpPr txBox="1"/>
              <p:nvPr/>
            </p:nvSpPr>
            <p:spPr>
              <a:xfrm>
                <a:off x="10092088" y="5722358"/>
                <a:ext cx="11342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𝑸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8AA51F3-ADC4-88D0-C056-7FF3D1D611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2088" y="5722358"/>
                <a:ext cx="1134237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30395BE-3F34-7068-6CEE-693FD3056B7B}"/>
                  </a:ext>
                </a:extLst>
              </p:cNvPr>
              <p:cNvSpPr txBox="1"/>
              <p:nvPr/>
            </p:nvSpPr>
            <p:spPr>
              <a:xfrm>
                <a:off x="5049909" y="5947461"/>
                <a:ext cx="11342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30395BE-3F34-7068-6CEE-693FD3056B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9909" y="5947461"/>
                <a:ext cx="1134237" cy="369332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49F5E24-7AC7-4B93-EE8A-A2E591BA5206}"/>
                  </a:ext>
                </a:extLst>
              </p:cNvPr>
              <p:cNvSpPr txBox="1"/>
              <p:nvPr/>
            </p:nvSpPr>
            <p:spPr>
              <a:xfrm>
                <a:off x="3216756" y="5947462"/>
                <a:ext cx="11342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49F5E24-7AC7-4B93-EE8A-A2E591BA52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6756" y="5947462"/>
                <a:ext cx="1134237" cy="369332"/>
              </a:xfrm>
              <a:prstGeom prst="rect">
                <a:avLst/>
              </a:prstGeom>
              <a:blipFill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Oval 27">
            <a:extLst>
              <a:ext uri="{FF2B5EF4-FFF2-40B4-BE49-F238E27FC236}">
                <a16:creationId xmlns:a16="http://schemas.microsoft.com/office/drawing/2014/main" id="{7B847CE6-3F7E-9911-B52A-93E2AE789DCD}"/>
              </a:ext>
            </a:extLst>
          </p:cNvPr>
          <p:cNvSpPr/>
          <p:nvPr/>
        </p:nvSpPr>
        <p:spPr>
          <a:xfrm>
            <a:off x="3728486" y="3188286"/>
            <a:ext cx="147731" cy="154781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A1D7DEC-6C55-B04A-EF45-E36EC97A1C89}"/>
              </a:ext>
            </a:extLst>
          </p:cNvPr>
          <p:cNvSpPr/>
          <p:nvPr/>
        </p:nvSpPr>
        <p:spPr>
          <a:xfrm>
            <a:off x="5534455" y="3588957"/>
            <a:ext cx="147731" cy="154781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27864EE-0230-2014-D924-3139CD12A939}"/>
                  </a:ext>
                </a:extLst>
              </p:cNvPr>
              <p:cNvSpPr txBox="1"/>
              <p:nvPr/>
            </p:nvSpPr>
            <p:spPr>
              <a:xfrm>
                <a:off x="374607" y="3093899"/>
                <a:ext cx="11342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𝑪𝒐𝒔𝒕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27864EE-0230-2014-D924-3139CD12A9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607" y="3093899"/>
                <a:ext cx="113423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11E1B57-62A0-721B-0427-2B499F500801}"/>
                  </a:ext>
                </a:extLst>
              </p:cNvPr>
              <p:cNvSpPr txBox="1"/>
              <p:nvPr/>
            </p:nvSpPr>
            <p:spPr>
              <a:xfrm>
                <a:off x="374606" y="3500493"/>
                <a:ext cx="11342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𝑪𝒐𝒔𝒕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11E1B57-62A0-721B-0427-2B499F5008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606" y="3500493"/>
                <a:ext cx="1134237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436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0F4D7E7-FB3F-7200-179D-35D67C4E4B9A}"/>
              </a:ext>
            </a:extLst>
          </p:cNvPr>
          <p:cNvCxnSpPr>
            <a:cxnSpLocks/>
          </p:cNvCxnSpPr>
          <p:nvPr/>
        </p:nvCxnSpPr>
        <p:spPr>
          <a:xfrm flipV="1">
            <a:off x="4535361" y="3847171"/>
            <a:ext cx="0" cy="2032801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36AE7060-3674-AD94-1648-EB0E1E430E51}"/>
              </a:ext>
            </a:extLst>
          </p:cNvPr>
          <p:cNvGrpSpPr/>
          <p:nvPr/>
        </p:nvGrpSpPr>
        <p:grpSpPr>
          <a:xfrm>
            <a:off x="1297684" y="804672"/>
            <a:ext cx="9089136" cy="5102352"/>
            <a:chOff x="1297684" y="804672"/>
            <a:chExt cx="9089136" cy="5102352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E4A8961A-BD11-83EB-B13E-42E0F4BD8334}"/>
                </a:ext>
              </a:extLst>
            </p:cNvPr>
            <p:cNvCxnSpPr/>
            <p:nvPr/>
          </p:nvCxnSpPr>
          <p:spPr>
            <a:xfrm>
              <a:off x="1316736" y="804672"/>
              <a:ext cx="0" cy="510235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4CF508D-64F2-8460-DC17-444A3B56F61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97684" y="5879972"/>
              <a:ext cx="9089136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8F4A5C1-4EC1-378F-86C1-A4E947DD60A1}"/>
              </a:ext>
            </a:extLst>
          </p:cNvPr>
          <p:cNvCxnSpPr>
            <a:cxnSpLocks/>
          </p:cNvCxnSpPr>
          <p:nvPr/>
        </p:nvCxnSpPr>
        <p:spPr>
          <a:xfrm flipV="1">
            <a:off x="1307976" y="804672"/>
            <a:ext cx="8081351" cy="5075681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B1DF412-5B60-26F4-277D-D04F77A738C5}"/>
              </a:ext>
            </a:extLst>
          </p:cNvPr>
          <p:cNvSpPr txBox="1"/>
          <p:nvPr/>
        </p:nvSpPr>
        <p:spPr>
          <a:xfrm rot="16200000">
            <a:off x="-1158394" y="2987777"/>
            <a:ext cx="40701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Individual Investment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FA629B-2CF4-357B-3EC0-FE2A4625E870}"/>
              </a:ext>
            </a:extLst>
          </p:cNvPr>
          <p:cNvSpPr txBox="1"/>
          <p:nvPr/>
        </p:nvSpPr>
        <p:spPr>
          <a:xfrm>
            <a:off x="6271574" y="6027980"/>
            <a:ext cx="34522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Average Investment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1EBDE9F-4BB2-F66F-4676-3BF8BE953CAF}"/>
                  </a:ext>
                </a:extLst>
              </p:cNvPr>
              <p:cNvSpPr txBox="1"/>
              <p:nvPr/>
            </p:nvSpPr>
            <p:spPr>
              <a:xfrm>
                <a:off x="4230561" y="6027980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1EBDE9F-4BB2-F66F-4676-3BF8BE953C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0561" y="6027980"/>
                <a:ext cx="60960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Freeform 16">
            <a:extLst>
              <a:ext uri="{FF2B5EF4-FFF2-40B4-BE49-F238E27FC236}">
                <a16:creationId xmlns:a16="http://schemas.microsoft.com/office/drawing/2014/main" id="{CBA51270-9D56-F9B4-93F2-3B38B988631E}"/>
              </a:ext>
            </a:extLst>
          </p:cNvPr>
          <p:cNvSpPr/>
          <p:nvPr/>
        </p:nvSpPr>
        <p:spPr>
          <a:xfrm>
            <a:off x="1349299" y="1059370"/>
            <a:ext cx="8541834" cy="4293215"/>
          </a:xfrm>
          <a:custGeom>
            <a:avLst/>
            <a:gdLst>
              <a:gd name="connsiteX0" fmla="*/ 0 w 9177453"/>
              <a:gd name="connsiteY0" fmla="*/ 4832345 h 4832345"/>
              <a:gd name="connsiteX1" fmla="*/ 1984917 w 9177453"/>
              <a:gd name="connsiteY1" fmla="*/ 4486658 h 4832345"/>
              <a:gd name="connsiteX2" fmla="*/ 2587082 w 9177453"/>
              <a:gd name="connsiteY2" fmla="*/ 2836277 h 4832345"/>
              <a:gd name="connsiteX3" fmla="*/ 5843239 w 9177453"/>
              <a:gd name="connsiteY3" fmla="*/ 2044540 h 4832345"/>
              <a:gd name="connsiteX4" fmla="*/ 7014117 w 9177453"/>
              <a:gd name="connsiteY4" fmla="*/ 204589 h 4832345"/>
              <a:gd name="connsiteX5" fmla="*/ 9177453 w 9177453"/>
              <a:gd name="connsiteY5" fmla="*/ 126531 h 4832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77453" h="4832345">
                <a:moveTo>
                  <a:pt x="0" y="4832345"/>
                </a:moveTo>
                <a:cubicBezTo>
                  <a:pt x="776868" y="4825840"/>
                  <a:pt x="1553737" y="4819336"/>
                  <a:pt x="1984917" y="4486658"/>
                </a:cubicBezTo>
                <a:cubicBezTo>
                  <a:pt x="2416097" y="4153980"/>
                  <a:pt x="1944029" y="3243297"/>
                  <a:pt x="2587082" y="2836277"/>
                </a:cubicBezTo>
                <a:cubicBezTo>
                  <a:pt x="3230135" y="2429257"/>
                  <a:pt x="5105400" y="2483155"/>
                  <a:pt x="5843239" y="2044540"/>
                </a:cubicBezTo>
                <a:cubicBezTo>
                  <a:pt x="6581078" y="1605925"/>
                  <a:pt x="6458415" y="524257"/>
                  <a:pt x="7014117" y="204589"/>
                </a:cubicBezTo>
                <a:cubicBezTo>
                  <a:pt x="7569819" y="-115079"/>
                  <a:pt x="8373636" y="5726"/>
                  <a:pt x="9177453" y="126531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142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DF9DB67-769D-3764-A391-03792291D448}"/>
              </a:ext>
            </a:extLst>
          </p:cNvPr>
          <p:cNvCxnSpPr>
            <a:cxnSpLocks/>
          </p:cNvCxnSpPr>
          <p:nvPr/>
        </p:nvCxnSpPr>
        <p:spPr>
          <a:xfrm flipV="1">
            <a:off x="4511040" y="3355848"/>
            <a:ext cx="0" cy="2524124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DC8AFC6-535F-B2CB-6E9A-9851DEB72E1D}"/>
              </a:ext>
            </a:extLst>
          </p:cNvPr>
          <p:cNvCxnSpPr>
            <a:cxnSpLocks/>
          </p:cNvCxnSpPr>
          <p:nvPr/>
        </p:nvCxnSpPr>
        <p:spPr>
          <a:xfrm>
            <a:off x="1316736" y="3267307"/>
            <a:ext cx="8763966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40AB92-978F-B1C3-1927-B3617A3D4F01}"/>
              </a:ext>
            </a:extLst>
          </p:cNvPr>
          <p:cNvCxnSpPr>
            <a:cxnSpLocks/>
          </p:cNvCxnSpPr>
          <p:nvPr/>
        </p:nvCxnSpPr>
        <p:spPr>
          <a:xfrm>
            <a:off x="1297684" y="1382751"/>
            <a:ext cx="7679048" cy="4497221"/>
          </a:xfrm>
          <a:prstGeom prst="line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8D9E73C0-7BDF-7BE0-470A-EAB3D9816CBD}"/>
              </a:ext>
            </a:extLst>
          </p:cNvPr>
          <p:cNvGrpSpPr/>
          <p:nvPr/>
        </p:nvGrpSpPr>
        <p:grpSpPr>
          <a:xfrm>
            <a:off x="1297684" y="804672"/>
            <a:ext cx="9089136" cy="5102352"/>
            <a:chOff x="1297684" y="804672"/>
            <a:chExt cx="9089136" cy="5102352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A25349E-9E41-B536-9B8F-282D3B45D362}"/>
                </a:ext>
              </a:extLst>
            </p:cNvPr>
            <p:cNvCxnSpPr/>
            <p:nvPr/>
          </p:nvCxnSpPr>
          <p:spPr>
            <a:xfrm>
              <a:off x="1316736" y="804672"/>
              <a:ext cx="0" cy="510235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8264A2-E3FB-0854-DE81-AB209B03CF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97684" y="5879972"/>
              <a:ext cx="9089136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73585855-8E30-ACC7-A093-C8E43ED8FB56}"/>
              </a:ext>
            </a:extLst>
          </p:cNvPr>
          <p:cNvSpPr txBox="1"/>
          <p:nvPr/>
        </p:nvSpPr>
        <p:spPr>
          <a:xfrm rot="16200000">
            <a:off x="141319" y="1278446"/>
            <a:ext cx="1470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Output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61EF11-3A3B-E352-61FA-6DCE4D124EBA}"/>
              </a:ext>
            </a:extLst>
          </p:cNvPr>
          <p:cNvSpPr txBox="1"/>
          <p:nvPr/>
        </p:nvSpPr>
        <p:spPr>
          <a:xfrm>
            <a:off x="9175926" y="6039131"/>
            <a:ext cx="12108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Labor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DA6F36-FB29-2CE7-065F-63EEBEF2363C}"/>
              </a:ext>
            </a:extLst>
          </p:cNvPr>
          <p:cNvSpPr txBox="1"/>
          <p:nvPr/>
        </p:nvSpPr>
        <p:spPr>
          <a:xfrm>
            <a:off x="1682681" y="1094090"/>
            <a:ext cx="3768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Value of Marginal Product of Labor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FA126C-2359-B1AB-C03B-AB4536E41DDD}"/>
              </a:ext>
            </a:extLst>
          </p:cNvPr>
          <p:cNvSpPr txBox="1"/>
          <p:nvPr/>
        </p:nvSpPr>
        <p:spPr>
          <a:xfrm>
            <a:off x="7125320" y="2541178"/>
            <a:ext cx="37689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Wage of Outside Option (Opportunity Cost of Farming)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1C5F692-7162-212A-894C-F708E60756CE}"/>
              </a:ext>
            </a:extLst>
          </p:cNvPr>
          <p:cNvSpPr/>
          <p:nvPr/>
        </p:nvSpPr>
        <p:spPr>
          <a:xfrm>
            <a:off x="4437175" y="3201067"/>
            <a:ext cx="147731" cy="154781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994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3D7D2BE-6F43-4194-D8E4-B43F8A5C396C}"/>
              </a:ext>
            </a:extLst>
          </p:cNvPr>
          <p:cNvCxnSpPr>
            <a:cxnSpLocks/>
          </p:cNvCxnSpPr>
          <p:nvPr/>
        </p:nvCxnSpPr>
        <p:spPr>
          <a:xfrm>
            <a:off x="1316736" y="3267307"/>
            <a:ext cx="8763966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277E06C-D1FF-BDBE-13DC-9CC9E163634B}"/>
              </a:ext>
            </a:extLst>
          </p:cNvPr>
          <p:cNvCxnSpPr>
            <a:cxnSpLocks/>
          </p:cNvCxnSpPr>
          <p:nvPr/>
        </p:nvCxnSpPr>
        <p:spPr>
          <a:xfrm>
            <a:off x="1297684" y="1382751"/>
            <a:ext cx="7679048" cy="4497221"/>
          </a:xfrm>
          <a:prstGeom prst="line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8D2E50A-E00C-46B2-ECC0-772C60EEB28D}"/>
              </a:ext>
            </a:extLst>
          </p:cNvPr>
          <p:cNvCxnSpPr>
            <a:cxnSpLocks/>
          </p:cNvCxnSpPr>
          <p:nvPr/>
        </p:nvCxnSpPr>
        <p:spPr>
          <a:xfrm>
            <a:off x="1335789" y="2943922"/>
            <a:ext cx="7640943" cy="293605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7D416059-BEB8-DEBF-4724-73C737D4BEFF}"/>
              </a:ext>
            </a:extLst>
          </p:cNvPr>
          <p:cNvGrpSpPr/>
          <p:nvPr/>
        </p:nvGrpSpPr>
        <p:grpSpPr>
          <a:xfrm>
            <a:off x="1297684" y="804672"/>
            <a:ext cx="9089136" cy="5102352"/>
            <a:chOff x="1297684" y="804672"/>
            <a:chExt cx="9089136" cy="5102352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AF7D46D-4C90-CFBD-CC21-F5CB69D606BB}"/>
                </a:ext>
              </a:extLst>
            </p:cNvPr>
            <p:cNvCxnSpPr/>
            <p:nvPr/>
          </p:nvCxnSpPr>
          <p:spPr>
            <a:xfrm>
              <a:off x="1316736" y="804672"/>
              <a:ext cx="0" cy="510235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C75ECE7-01E5-B0BA-E5FD-B9C987A644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97684" y="5879972"/>
              <a:ext cx="9089136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BED5AEB8-3D85-FFF8-D75E-64578E8245D1}"/>
              </a:ext>
            </a:extLst>
          </p:cNvPr>
          <p:cNvSpPr txBox="1"/>
          <p:nvPr/>
        </p:nvSpPr>
        <p:spPr>
          <a:xfrm rot="16200000">
            <a:off x="141319" y="1278446"/>
            <a:ext cx="1470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Output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1B2619-A12A-EC13-3F5C-32315908C787}"/>
              </a:ext>
            </a:extLst>
          </p:cNvPr>
          <p:cNvSpPr txBox="1"/>
          <p:nvPr/>
        </p:nvSpPr>
        <p:spPr>
          <a:xfrm>
            <a:off x="9175926" y="6039131"/>
            <a:ext cx="12108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Labor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E30C12-4CA4-6CAF-8A7A-248BC997C845}"/>
              </a:ext>
            </a:extLst>
          </p:cNvPr>
          <p:cNvSpPr txBox="1"/>
          <p:nvPr/>
        </p:nvSpPr>
        <p:spPr>
          <a:xfrm>
            <a:off x="1682681" y="1094090"/>
            <a:ext cx="3768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Value of Marginal Product of Labor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22617FE-239B-9713-E588-A6EF91FA3B89}"/>
                  </a:ext>
                </a:extLst>
              </p:cNvPr>
              <p:cNvSpPr txBox="1"/>
              <p:nvPr/>
            </p:nvSpPr>
            <p:spPr>
              <a:xfrm>
                <a:off x="1682681" y="3650310"/>
                <a:ext cx="251485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FFC000"/>
                    </a:solidFill>
                  </a:rPr>
                  <a:t>0.6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b="1" dirty="0">
                    <a:solidFill>
                      <a:srgbClr val="FFC000"/>
                    </a:solidFill>
                  </a:rPr>
                  <a:t> Value of Marginal Product of Labor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22617FE-239B-9713-E588-A6EF91FA3B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2681" y="3650310"/>
                <a:ext cx="2514850" cy="923330"/>
              </a:xfrm>
              <a:prstGeom prst="rect">
                <a:avLst/>
              </a:prstGeom>
              <a:blipFill>
                <a:blip r:embed="rId2"/>
                <a:stretch>
                  <a:fillRect l="-2010" t="-2740" b="-10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52E3BFBA-BB09-0BC1-670A-7A2AC9DDC268}"/>
              </a:ext>
            </a:extLst>
          </p:cNvPr>
          <p:cNvSpPr txBox="1"/>
          <p:nvPr/>
        </p:nvSpPr>
        <p:spPr>
          <a:xfrm>
            <a:off x="7125320" y="2541178"/>
            <a:ext cx="37689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Wage of Outside Option (Opportunity Cost of Farming)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70B12DA-E0A8-F13E-708A-1154CB4D0298}"/>
              </a:ext>
            </a:extLst>
          </p:cNvPr>
          <p:cNvCxnSpPr>
            <a:cxnSpLocks/>
          </p:cNvCxnSpPr>
          <p:nvPr/>
        </p:nvCxnSpPr>
        <p:spPr>
          <a:xfrm flipV="1">
            <a:off x="4511040" y="3355848"/>
            <a:ext cx="0" cy="2524124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E083B110-6A70-20D2-C3BE-43DC94E804ED}"/>
              </a:ext>
            </a:extLst>
          </p:cNvPr>
          <p:cNvSpPr/>
          <p:nvPr/>
        </p:nvSpPr>
        <p:spPr>
          <a:xfrm>
            <a:off x="4437175" y="3201067"/>
            <a:ext cx="147731" cy="154781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68C2772-D0DD-6707-75B3-08B5A319B984}"/>
                  </a:ext>
                </a:extLst>
              </p:cNvPr>
              <p:cNvSpPr txBox="1"/>
              <p:nvPr/>
            </p:nvSpPr>
            <p:spPr>
              <a:xfrm>
                <a:off x="4206240" y="5968512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68C2772-D0DD-6707-75B3-08B5A319B9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6240" y="5968512"/>
                <a:ext cx="60960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768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8F7DC21-6BA3-8472-7EE7-E22EFBCDDFEA}"/>
              </a:ext>
            </a:extLst>
          </p:cNvPr>
          <p:cNvCxnSpPr>
            <a:cxnSpLocks/>
          </p:cNvCxnSpPr>
          <p:nvPr/>
        </p:nvCxnSpPr>
        <p:spPr>
          <a:xfrm>
            <a:off x="1316736" y="3267307"/>
            <a:ext cx="8763966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ED3A756-1184-0754-788C-F3935FCB0C5F}"/>
              </a:ext>
            </a:extLst>
          </p:cNvPr>
          <p:cNvCxnSpPr>
            <a:cxnSpLocks/>
          </p:cNvCxnSpPr>
          <p:nvPr/>
        </p:nvCxnSpPr>
        <p:spPr>
          <a:xfrm>
            <a:off x="1297684" y="1382751"/>
            <a:ext cx="7679048" cy="4497221"/>
          </a:xfrm>
          <a:prstGeom prst="line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42D5D42-1F16-5DA3-9BDA-6119C66538D0}"/>
              </a:ext>
            </a:extLst>
          </p:cNvPr>
          <p:cNvCxnSpPr>
            <a:cxnSpLocks/>
          </p:cNvCxnSpPr>
          <p:nvPr/>
        </p:nvCxnSpPr>
        <p:spPr>
          <a:xfrm>
            <a:off x="1335789" y="2943922"/>
            <a:ext cx="7640943" cy="293605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A3283ABA-2B68-7DC8-4A54-C0A3CFEF5D44}"/>
              </a:ext>
            </a:extLst>
          </p:cNvPr>
          <p:cNvGrpSpPr/>
          <p:nvPr/>
        </p:nvGrpSpPr>
        <p:grpSpPr>
          <a:xfrm>
            <a:off x="1297684" y="804672"/>
            <a:ext cx="9089136" cy="5102352"/>
            <a:chOff x="1297684" y="804672"/>
            <a:chExt cx="9089136" cy="5102352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874B9C9-001F-7838-189E-71A07FCDD798}"/>
                </a:ext>
              </a:extLst>
            </p:cNvPr>
            <p:cNvCxnSpPr/>
            <p:nvPr/>
          </p:nvCxnSpPr>
          <p:spPr>
            <a:xfrm>
              <a:off x="1316736" y="804672"/>
              <a:ext cx="0" cy="510235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BFF5613-CD33-3B97-7DF8-6D079B4363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97684" y="5879972"/>
              <a:ext cx="9089136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51D2227F-3D25-F839-E2BB-E450C3E328CA}"/>
              </a:ext>
            </a:extLst>
          </p:cNvPr>
          <p:cNvSpPr txBox="1"/>
          <p:nvPr/>
        </p:nvSpPr>
        <p:spPr>
          <a:xfrm rot="16200000">
            <a:off x="141319" y="1278446"/>
            <a:ext cx="1470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Output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80EC04-176F-50A7-02F0-4AEAD6BC451C}"/>
              </a:ext>
            </a:extLst>
          </p:cNvPr>
          <p:cNvSpPr txBox="1"/>
          <p:nvPr/>
        </p:nvSpPr>
        <p:spPr>
          <a:xfrm>
            <a:off x="9175926" y="6039131"/>
            <a:ext cx="12108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Labor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E96600-5A0E-4037-8A83-D320CB0E9EE9}"/>
              </a:ext>
            </a:extLst>
          </p:cNvPr>
          <p:cNvSpPr txBox="1"/>
          <p:nvPr/>
        </p:nvSpPr>
        <p:spPr>
          <a:xfrm>
            <a:off x="1682681" y="1094090"/>
            <a:ext cx="3768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Value of Marginal Product of Labor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3B5B517-22F2-D04E-5CA6-90B917D6B55E}"/>
                  </a:ext>
                </a:extLst>
              </p:cNvPr>
              <p:cNvSpPr txBox="1"/>
              <p:nvPr/>
            </p:nvSpPr>
            <p:spPr>
              <a:xfrm>
                <a:off x="4838575" y="4868102"/>
                <a:ext cx="251485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FFC000"/>
                    </a:solidFill>
                  </a:rPr>
                  <a:t>0.6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b="1" dirty="0">
                    <a:solidFill>
                      <a:srgbClr val="FFC000"/>
                    </a:solidFill>
                  </a:rPr>
                  <a:t> Value of Marginal Product of Labor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3B5B517-22F2-D04E-5CA6-90B917D6B5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8575" y="4868102"/>
                <a:ext cx="2514850" cy="923330"/>
              </a:xfrm>
              <a:prstGeom prst="rect">
                <a:avLst/>
              </a:prstGeom>
              <a:blipFill>
                <a:blip r:embed="rId2"/>
                <a:stretch>
                  <a:fillRect l="-2525" t="-2703" b="-9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01FA8328-7FE3-D634-AA4B-1E6282D9483A}"/>
              </a:ext>
            </a:extLst>
          </p:cNvPr>
          <p:cNvSpPr txBox="1"/>
          <p:nvPr/>
        </p:nvSpPr>
        <p:spPr>
          <a:xfrm>
            <a:off x="7125320" y="2541178"/>
            <a:ext cx="37689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Wage of Outside Option (Opportunity Cost of Farming)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6D85741-B9B9-2505-3A3B-D32EA4185FAF}"/>
              </a:ext>
            </a:extLst>
          </p:cNvPr>
          <p:cNvCxnSpPr>
            <a:cxnSpLocks/>
          </p:cNvCxnSpPr>
          <p:nvPr/>
        </p:nvCxnSpPr>
        <p:spPr>
          <a:xfrm flipV="1">
            <a:off x="4511040" y="3355848"/>
            <a:ext cx="0" cy="2524124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9B611504-BDBB-8EFE-33F3-5366978673E1}"/>
              </a:ext>
            </a:extLst>
          </p:cNvPr>
          <p:cNvSpPr/>
          <p:nvPr/>
        </p:nvSpPr>
        <p:spPr>
          <a:xfrm>
            <a:off x="4437175" y="3201067"/>
            <a:ext cx="147731" cy="154781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37AFF45-D622-0470-77A3-3A38376E5209}"/>
              </a:ext>
            </a:extLst>
          </p:cNvPr>
          <p:cNvCxnSpPr>
            <a:cxnSpLocks/>
          </p:cNvCxnSpPr>
          <p:nvPr/>
        </p:nvCxnSpPr>
        <p:spPr>
          <a:xfrm flipV="1">
            <a:off x="2127797" y="3355848"/>
            <a:ext cx="0" cy="2524124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5D302D86-BF42-BBD3-1C36-06F794DA8654}"/>
              </a:ext>
            </a:extLst>
          </p:cNvPr>
          <p:cNvSpPr/>
          <p:nvPr/>
        </p:nvSpPr>
        <p:spPr>
          <a:xfrm>
            <a:off x="2053932" y="3201067"/>
            <a:ext cx="147731" cy="154781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68B495D-7F3A-46AB-D02E-0FD13E7DC800}"/>
                  </a:ext>
                </a:extLst>
              </p:cNvPr>
              <p:cNvSpPr txBox="1"/>
              <p:nvPr/>
            </p:nvSpPr>
            <p:spPr>
              <a:xfrm>
                <a:off x="4206240" y="5968512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68B495D-7F3A-46AB-D02E-0FD13E7DC8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6240" y="5968512"/>
                <a:ext cx="60960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4824D4C-677A-839F-B359-639B59B50350}"/>
                  </a:ext>
                </a:extLst>
              </p:cNvPr>
              <p:cNvSpPr txBox="1"/>
              <p:nvPr/>
            </p:nvSpPr>
            <p:spPr>
              <a:xfrm>
                <a:off x="1822997" y="5931409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𝑵𝑬𝑾</m:t>
                          </m:r>
                        </m:sub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4824D4C-677A-839F-B359-639B59B50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2997" y="5931409"/>
                <a:ext cx="609600" cy="369332"/>
              </a:xfrm>
              <a:prstGeom prst="rect">
                <a:avLst/>
              </a:prstGeom>
              <a:blipFill>
                <a:blip r:embed="rId4"/>
                <a:stretch>
                  <a:fillRect r="-122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52182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D3701-635B-C05F-AE94-9084E64D5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33D9148-EB2D-2B56-F9AB-F8DFF9BEE5B3}"/>
              </a:ext>
            </a:extLst>
          </p:cNvPr>
          <p:cNvCxnSpPr>
            <a:cxnSpLocks/>
          </p:cNvCxnSpPr>
          <p:nvPr/>
        </p:nvCxnSpPr>
        <p:spPr>
          <a:xfrm>
            <a:off x="1335789" y="2943922"/>
            <a:ext cx="7640943" cy="293605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riangle 1">
            <a:extLst>
              <a:ext uri="{FF2B5EF4-FFF2-40B4-BE49-F238E27FC236}">
                <a16:creationId xmlns:a16="http://schemas.microsoft.com/office/drawing/2014/main" id="{C1A2355D-2193-A6F5-3DF1-F852BDEC49D9}"/>
              </a:ext>
            </a:extLst>
          </p:cNvPr>
          <p:cNvSpPr/>
          <p:nvPr/>
        </p:nvSpPr>
        <p:spPr>
          <a:xfrm>
            <a:off x="1335788" y="1382750"/>
            <a:ext cx="3175247" cy="1857497"/>
          </a:xfrm>
          <a:prstGeom prst="triangle">
            <a:avLst>
              <a:gd name="adj" fmla="val 0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90F3B56-62A1-CC7B-1BA3-206F2D562198}"/>
              </a:ext>
            </a:extLst>
          </p:cNvPr>
          <p:cNvCxnSpPr>
            <a:cxnSpLocks/>
          </p:cNvCxnSpPr>
          <p:nvPr/>
        </p:nvCxnSpPr>
        <p:spPr>
          <a:xfrm>
            <a:off x="1316736" y="3267307"/>
            <a:ext cx="8763966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C2114F5-A449-4BF1-4993-CD3CE23D3648}"/>
              </a:ext>
            </a:extLst>
          </p:cNvPr>
          <p:cNvCxnSpPr>
            <a:cxnSpLocks/>
          </p:cNvCxnSpPr>
          <p:nvPr/>
        </p:nvCxnSpPr>
        <p:spPr>
          <a:xfrm>
            <a:off x="1297684" y="1382751"/>
            <a:ext cx="7679048" cy="4497221"/>
          </a:xfrm>
          <a:prstGeom prst="line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34CBED17-2BF0-952B-E64A-7E7B51064CAA}"/>
              </a:ext>
            </a:extLst>
          </p:cNvPr>
          <p:cNvGrpSpPr/>
          <p:nvPr/>
        </p:nvGrpSpPr>
        <p:grpSpPr>
          <a:xfrm>
            <a:off x="1297684" y="804672"/>
            <a:ext cx="9089136" cy="5102352"/>
            <a:chOff x="1297684" y="804672"/>
            <a:chExt cx="9089136" cy="5102352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9F23CD3-05AB-02C6-6828-D89DD9FA6E5A}"/>
                </a:ext>
              </a:extLst>
            </p:cNvPr>
            <p:cNvCxnSpPr/>
            <p:nvPr/>
          </p:nvCxnSpPr>
          <p:spPr>
            <a:xfrm>
              <a:off x="1316736" y="804672"/>
              <a:ext cx="0" cy="510235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F40AF90-A19B-0A5D-31E5-494274232B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97684" y="5879972"/>
              <a:ext cx="9089136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AA9EAB98-687C-63E1-B8BE-339B5C40207D}"/>
              </a:ext>
            </a:extLst>
          </p:cNvPr>
          <p:cNvSpPr txBox="1"/>
          <p:nvPr/>
        </p:nvSpPr>
        <p:spPr>
          <a:xfrm rot="16200000">
            <a:off x="141319" y="1278446"/>
            <a:ext cx="1470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Output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408865-A8D1-C1BD-045F-2EF24AC48AA0}"/>
              </a:ext>
            </a:extLst>
          </p:cNvPr>
          <p:cNvSpPr txBox="1"/>
          <p:nvPr/>
        </p:nvSpPr>
        <p:spPr>
          <a:xfrm>
            <a:off x="9175926" y="6039131"/>
            <a:ext cx="12108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Labor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755126-311C-7DDD-3FD8-E8F9166947F1}"/>
              </a:ext>
            </a:extLst>
          </p:cNvPr>
          <p:cNvSpPr txBox="1"/>
          <p:nvPr/>
        </p:nvSpPr>
        <p:spPr>
          <a:xfrm>
            <a:off x="3346706" y="932375"/>
            <a:ext cx="29382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Profit from Working on the Farm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1C6A9A1-A00E-82DE-69DC-58281BCF2F3B}"/>
              </a:ext>
            </a:extLst>
          </p:cNvPr>
          <p:cNvCxnSpPr>
            <a:cxnSpLocks/>
          </p:cNvCxnSpPr>
          <p:nvPr/>
        </p:nvCxnSpPr>
        <p:spPr>
          <a:xfrm flipV="1">
            <a:off x="4511040" y="3355848"/>
            <a:ext cx="0" cy="2524124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13F7D2CD-784C-39CF-00AF-160A822D9AA6}"/>
              </a:ext>
            </a:extLst>
          </p:cNvPr>
          <p:cNvSpPr/>
          <p:nvPr/>
        </p:nvSpPr>
        <p:spPr>
          <a:xfrm>
            <a:off x="4437175" y="3201067"/>
            <a:ext cx="147731" cy="154781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CD7954-4D5B-F845-8E0E-31924818DADD}"/>
              </a:ext>
            </a:extLst>
          </p:cNvPr>
          <p:cNvCxnSpPr>
            <a:cxnSpLocks/>
          </p:cNvCxnSpPr>
          <p:nvPr/>
        </p:nvCxnSpPr>
        <p:spPr>
          <a:xfrm flipV="1">
            <a:off x="2127797" y="3355848"/>
            <a:ext cx="0" cy="2524124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352E136E-46E2-F92A-5257-7958DF481F6A}"/>
              </a:ext>
            </a:extLst>
          </p:cNvPr>
          <p:cNvSpPr/>
          <p:nvPr/>
        </p:nvSpPr>
        <p:spPr>
          <a:xfrm>
            <a:off x="2053932" y="3201067"/>
            <a:ext cx="147731" cy="154781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414D245-3A6B-1FE1-F1D4-AD148C272AA8}"/>
                  </a:ext>
                </a:extLst>
              </p:cNvPr>
              <p:cNvSpPr txBox="1"/>
              <p:nvPr/>
            </p:nvSpPr>
            <p:spPr>
              <a:xfrm>
                <a:off x="4206240" y="5968512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414D245-3A6B-1FE1-F1D4-AD148C272A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6240" y="5968512"/>
                <a:ext cx="60960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B955334-893C-2344-207D-23731A36DAA8}"/>
                  </a:ext>
                </a:extLst>
              </p:cNvPr>
              <p:cNvSpPr txBox="1"/>
              <p:nvPr/>
            </p:nvSpPr>
            <p:spPr>
              <a:xfrm>
                <a:off x="1822997" y="5931409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𝑵𝑬𝑾</m:t>
                          </m:r>
                        </m:sub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B955334-893C-2344-207D-23731A36DA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2997" y="5931409"/>
                <a:ext cx="609600" cy="369332"/>
              </a:xfrm>
              <a:prstGeom prst="rect">
                <a:avLst/>
              </a:prstGeom>
              <a:blipFill>
                <a:blip r:embed="rId3"/>
                <a:stretch>
                  <a:fillRect r="-122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8C1EAE47-39B4-502F-2609-78DBBE6F0E49}"/>
              </a:ext>
            </a:extLst>
          </p:cNvPr>
          <p:cNvSpPr txBox="1"/>
          <p:nvPr/>
        </p:nvSpPr>
        <p:spPr>
          <a:xfrm>
            <a:off x="6096000" y="3878540"/>
            <a:ext cx="3768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Value of Marginal Product of Labor</a:t>
            </a:r>
          </a:p>
        </p:txBody>
      </p:sp>
    </p:spTree>
    <p:extLst>
      <p:ext uri="{BB962C8B-B14F-4D97-AF65-F5344CB8AC3E}">
        <p14:creationId xmlns:p14="http://schemas.microsoft.com/office/powerpoint/2010/main" val="9589637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AF938-985F-14E5-70DA-9CBC469BF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riangle 23">
            <a:extLst>
              <a:ext uri="{FF2B5EF4-FFF2-40B4-BE49-F238E27FC236}">
                <a16:creationId xmlns:a16="http://schemas.microsoft.com/office/drawing/2014/main" id="{292035BC-5862-F8B4-DDAA-7ABCE49806FA}"/>
              </a:ext>
            </a:extLst>
          </p:cNvPr>
          <p:cNvSpPr/>
          <p:nvPr/>
        </p:nvSpPr>
        <p:spPr>
          <a:xfrm>
            <a:off x="1335784" y="1407595"/>
            <a:ext cx="792006" cy="458569"/>
          </a:xfrm>
          <a:prstGeom prst="triangle">
            <a:avLst>
              <a:gd name="adj" fmla="val 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1784656-4C1A-F6A6-0B44-ED89CBD0327E}"/>
              </a:ext>
            </a:extLst>
          </p:cNvPr>
          <p:cNvSpPr/>
          <p:nvPr/>
        </p:nvSpPr>
        <p:spPr>
          <a:xfrm>
            <a:off x="1335789" y="1866165"/>
            <a:ext cx="792003" cy="137409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riangle 2">
            <a:extLst>
              <a:ext uri="{FF2B5EF4-FFF2-40B4-BE49-F238E27FC236}">
                <a16:creationId xmlns:a16="http://schemas.microsoft.com/office/drawing/2014/main" id="{7B0CAD31-6FE3-AFB5-7363-8781E07FCFBF}"/>
              </a:ext>
            </a:extLst>
          </p:cNvPr>
          <p:cNvSpPr/>
          <p:nvPr/>
        </p:nvSpPr>
        <p:spPr>
          <a:xfrm>
            <a:off x="1316735" y="2943923"/>
            <a:ext cx="792005" cy="296334"/>
          </a:xfrm>
          <a:prstGeom prst="triangle">
            <a:avLst>
              <a:gd name="adj" fmla="val 1894"/>
            </a:avLst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C9FCBEB-0EAC-6012-2239-7158E98A8F7B}"/>
              </a:ext>
            </a:extLst>
          </p:cNvPr>
          <p:cNvCxnSpPr>
            <a:cxnSpLocks/>
          </p:cNvCxnSpPr>
          <p:nvPr/>
        </p:nvCxnSpPr>
        <p:spPr>
          <a:xfrm>
            <a:off x="1316736" y="3267307"/>
            <a:ext cx="8763966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BA8A74-2641-6FAA-F51D-0555583B37A4}"/>
              </a:ext>
            </a:extLst>
          </p:cNvPr>
          <p:cNvCxnSpPr>
            <a:cxnSpLocks/>
          </p:cNvCxnSpPr>
          <p:nvPr/>
        </p:nvCxnSpPr>
        <p:spPr>
          <a:xfrm>
            <a:off x="1297684" y="1382751"/>
            <a:ext cx="7679048" cy="4497221"/>
          </a:xfrm>
          <a:prstGeom prst="line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28D2EFD-04C5-1CD2-5658-361F7E25DCAA}"/>
              </a:ext>
            </a:extLst>
          </p:cNvPr>
          <p:cNvCxnSpPr>
            <a:cxnSpLocks/>
          </p:cNvCxnSpPr>
          <p:nvPr/>
        </p:nvCxnSpPr>
        <p:spPr>
          <a:xfrm>
            <a:off x="1335789" y="2943922"/>
            <a:ext cx="7640943" cy="293605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E2BABBBE-44C4-56C7-8357-5B7D5B8C16EB}"/>
              </a:ext>
            </a:extLst>
          </p:cNvPr>
          <p:cNvGrpSpPr/>
          <p:nvPr/>
        </p:nvGrpSpPr>
        <p:grpSpPr>
          <a:xfrm>
            <a:off x="1297684" y="804672"/>
            <a:ext cx="9089136" cy="5102352"/>
            <a:chOff x="1297684" y="804672"/>
            <a:chExt cx="9089136" cy="5102352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C2C411C-CEE6-8411-4FE4-74CC79FFDC9A}"/>
                </a:ext>
              </a:extLst>
            </p:cNvPr>
            <p:cNvCxnSpPr/>
            <p:nvPr/>
          </p:nvCxnSpPr>
          <p:spPr>
            <a:xfrm>
              <a:off x="1316736" y="804672"/>
              <a:ext cx="0" cy="510235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FA33C24-A0A9-754E-4C84-8985934D43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97684" y="5879972"/>
              <a:ext cx="9089136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68AA95C1-AA9B-F849-37F4-95EEE15A105E}"/>
              </a:ext>
            </a:extLst>
          </p:cNvPr>
          <p:cNvSpPr txBox="1"/>
          <p:nvPr/>
        </p:nvSpPr>
        <p:spPr>
          <a:xfrm rot="16200000">
            <a:off x="141319" y="1278446"/>
            <a:ext cx="1470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Output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06FF4F-A5B6-0CC6-6EF5-6996B0059EE1}"/>
              </a:ext>
            </a:extLst>
          </p:cNvPr>
          <p:cNvSpPr txBox="1"/>
          <p:nvPr/>
        </p:nvSpPr>
        <p:spPr>
          <a:xfrm>
            <a:off x="9175926" y="6039131"/>
            <a:ext cx="12108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Labor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69768E-1BDA-1FBD-6479-FE2BD4E4B500}"/>
              </a:ext>
            </a:extLst>
          </p:cNvPr>
          <p:cNvSpPr txBox="1"/>
          <p:nvPr/>
        </p:nvSpPr>
        <p:spPr>
          <a:xfrm>
            <a:off x="1682681" y="1094090"/>
            <a:ext cx="37689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Landlord Profit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2C5036-01D0-5B52-B37F-4D0787E69DBA}"/>
              </a:ext>
            </a:extLst>
          </p:cNvPr>
          <p:cNvSpPr txBox="1"/>
          <p:nvPr/>
        </p:nvSpPr>
        <p:spPr>
          <a:xfrm>
            <a:off x="2146844" y="2619640"/>
            <a:ext cx="30251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92D050"/>
                </a:solidFill>
              </a:rPr>
              <a:t>Farmer Profit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ECBF0A-F0BB-9EA0-3A11-2418990596D1}"/>
              </a:ext>
            </a:extLst>
          </p:cNvPr>
          <p:cNvSpPr txBox="1"/>
          <p:nvPr/>
        </p:nvSpPr>
        <p:spPr>
          <a:xfrm>
            <a:off x="7125320" y="2541178"/>
            <a:ext cx="37689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Wage of Outside Option (Opportunity Cost of Farming)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E587EA9-7C85-BD9F-0A99-A887E651D464}"/>
              </a:ext>
            </a:extLst>
          </p:cNvPr>
          <p:cNvCxnSpPr>
            <a:cxnSpLocks/>
          </p:cNvCxnSpPr>
          <p:nvPr/>
        </p:nvCxnSpPr>
        <p:spPr>
          <a:xfrm flipV="1">
            <a:off x="4511040" y="3355848"/>
            <a:ext cx="0" cy="2524124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68B1906A-1DC3-B867-A623-7DC0D7545AA8}"/>
              </a:ext>
            </a:extLst>
          </p:cNvPr>
          <p:cNvSpPr/>
          <p:nvPr/>
        </p:nvSpPr>
        <p:spPr>
          <a:xfrm>
            <a:off x="4437175" y="3201067"/>
            <a:ext cx="147731" cy="154781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D2E8DA0-E8AD-14A3-A894-26FECBB6D7A9}"/>
              </a:ext>
            </a:extLst>
          </p:cNvPr>
          <p:cNvCxnSpPr>
            <a:cxnSpLocks/>
          </p:cNvCxnSpPr>
          <p:nvPr/>
        </p:nvCxnSpPr>
        <p:spPr>
          <a:xfrm flipV="1">
            <a:off x="2127797" y="1910080"/>
            <a:ext cx="0" cy="3969892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6D06C612-77F0-0530-CD91-4C2FEDF27DF5}"/>
              </a:ext>
            </a:extLst>
          </p:cNvPr>
          <p:cNvSpPr/>
          <p:nvPr/>
        </p:nvSpPr>
        <p:spPr>
          <a:xfrm>
            <a:off x="2053932" y="3201067"/>
            <a:ext cx="147731" cy="154781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0EF41FF-B5A4-B199-3AA6-2D9236B52258}"/>
                  </a:ext>
                </a:extLst>
              </p:cNvPr>
              <p:cNvSpPr txBox="1"/>
              <p:nvPr/>
            </p:nvSpPr>
            <p:spPr>
              <a:xfrm>
                <a:off x="4206240" y="5968512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0EF41FF-B5A4-B199-3AA6-2D9236B522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6240" y="5968512"/>
                <a:ext cx="60960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60C1EAE-4E2F-AC10-F815-B7B09882D33B}"/>
                  </a:ext>
                </a:extLst>
              </p:cNvPr>
              <p:cNvSpPr txBox="1"/>
              <p:nvPr/>
            </p:nvSpPr>
            <p:spPr>
              <a:xfrm>
                <a:off x="1822997" y="5931409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𝑵𝑬𝑾</m:t>
                          </m:r>
                        </m:sub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60C1EAE-4E2F-AC10-F815-B7B09882D3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2997" y="5931409"/>
                <a:ext cx="609600" cy="369332"/>
              </a:xfrm>
              <a:prstGeom prst="rect">
                <a:avLst/>
              </a:prstGeom>
              <a:blipFill>
                <a:blip r:embed="rId3"/>
                <a:stretch>
                  <a:fillRect r="-122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73667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1D0F3-1E57-C39F-4D41-F9864B8F3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iangle 1">
            <a:extLst>
              <a:ext uri="{FF2B5EF4-FFF2-40B4-BE49-F238E27FC236}">
                <a16:creationId xmlns:a16="http://schemas.microsoft.com/office/drawing/2014/main" id="{B3894A9F-7134-2975-F6B9-B239350DC68C}"/>
              </a:ext>
            </a:extLst>
          </p:cNvPr>
          <p:cNvSpPr/>
          <p:nvPr/>
        </p:nvSpPr>
        <p:spPr>
          <a:xfrm>
            <a:off x="2127790" y="1858644"/>
            <a:ext cx="2350992" cy="1408659"/>
          </a:xfrm>
          <a:prstGeom prst="triangle">
            <a:avLst>
              <a:gd name="adj" fmla="val 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riangle 23">
            <a:extLst>
              <a:ext uri="{FF2B5EF4-FFF2-40B4-BE49-F238E27FC236}">
                <a16:creationId xmlns:a16="http://schemas.microsoft.com/office/drawing/2014/main" id="{925F9E1F-F99E-EB1A-A643-DC2301365E63}"/>
              </a:ext>
            </a:extLst>
          </p:cNvPr>
          <p:cNvSpPr/>
          <p:nvPr/>
        </p:nvSpPr>
        <p:spPr>
          <a:xfrm>
            <a:off x="1335784" y="1407595"/>
            <a:ext cx="792006" cy="458569"/>
          </a:xfrm>
          <a:prstGeom prst="triangle">
            <a:avLst>
              <a:gd name="adj" fmla="val 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C194A7C-6C8B-69AE-48D5-C4E273158CC0}"/>
              </a:ext>
            </a:extLst>
          </p:cNvPr>
          <p:cNvSpPr/>
          <p:nvPr/>
        </p:nvSpPr>
        <p:spPr>
          <a:xfrm>
            <a:off x="1335789" y="1866165"/>
            <a:ext cx="792003" cy="137409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riangle 2">
            <a:extLst>
              <a:ext uri="{FF2B5EF4-FFF2-40B4-BE49-F238E27FC236}">
                <a16:creationId xmlns:a16="http://schemas.microsoft.com/office/drawing/2014/main" id="{6E5C5D82-D8F7-D091-C381-1249CD77E311}"/>
              </a:ext>
            </a:extLst>
          </p:cNvPr>
          <p:cNvSpPr/>
          <p:nvPr/>
        </p:nvSpPr>
        <p:spPr>
          <a:xfrm>
            <a:off x="1316735" y="2943923"/>
            <a:ext cx="792005" cy="296334"/>
          </a:xfrm>
          <a:prstGeom prst="triangle">
            <a:avLst>
              <a:gd name="adj" fmla="val 1894"/>
            </a:avLst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A9E6A04-0B2A-7D39-ECF5-2B51FC860C6B}"/>
              </a:ext>
            </a:extLst>
          </p:cNvPr>
          <p:cNvCxnSpPr>
            <a:cxnSpLocks/>
          </p:cNvCxnSpPr>
          <p:nvPr/>
        </p:nvCxnSpPr>
        <p:spPr>
          <a:xfrm>
            <a:off x="1316736" y="3267307"/>
            <a:ext cx="8763966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966E086-C6C1-5F09-E494-74CA4F913C54}"/>
              </a:ext>
            </a:extLst>
          </p:cNvPr>
          <p:cNvCxnSpPr>
            <a:cxnSpLocks/>
          </p:cNvCxnSpPr>
          <p:nvPr/>
        </p:nvCxnSpPr>
        <p:spPr>
          <a:xfrm>
            <a:off x="1297684" y="1382751"/>
            <a:ext cx="7679048" cy="4497221"/>
          </a:xfrm>
          <a:prstGeom prst="line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55549AC-705E-F24E-0D7B-98840E5F6CDC}"/>
              </a:ext>
            </a:extLst>
          </p:cNvPr>
          <p:cNvCxnSpPr>
            <a:cxnSpLocks/>
          </p:cNvCxnSpPr>
          <p:nvPr/>
        </p:nvCxnSpPr>
        <p:spPr>
          <a:xfrm>
            <a:off x="1335789" y="2943922"/>
            <a:ext cx="7640943" cy="293605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AB256D1C-B15D-B35D-145B-BBAE1BC3FCA6}"/>
              </a:ext>
            </a:extLst>
          </p:cNvPr>
          <p:cNvGrpSpPr/>
          <p:nvPr/>
        </p:nvGrpSpPr>
        <p:grpSpPr>
          <a:xfrm>
            <a:off x="1297684" y="804672"/>
            <a:ext cx="9089136" cy="5102352"/>
            <a:chOff x="1297684" y="804672"/>
            <a:chExt cx="9089136" cy="5102352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88E9D05-8220-B3C3-DECC-D0F3BB85D2EE}"/>
                </a:ext>
              </a:extLst>
            </p:cNvPr>
            <p:cNvCxnSpPr/>
            <p:nvPr/>
          </p:nvCxnSpPr>
          <p:spPr>
            <a:xfrm>
              <a:off x="1316736" y="804672"/>
              <a:ext cx="0" cy="510235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274D75B-44DA-8B4A-7508-22CD187A6A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97684" y="5879972"/>
              <a:ext cx="9089136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275B12E0-B95C-232C-A4EC-8CF3F3C3D1D9}"/>
              </a:ext>
            </a:extLst>
          </p:cNvPr>
          <p:cNvSpPr txBox="1"/>
          <p:nvPr/>
        </p:nvSpPr>
        <p:spPr>
          <a:xfrm rot="16200000">
            <a:off x="141319" y="1278446"/>
            <a:ext cx="1470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Output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5235DA-9BD8-02F9-D7E7-5E26BC773FB5}"/>
              </a:ext>
            </a:extLst>
          </p:cNvPr>
          <p:cNvSpPr txBox="1"/>
          <p:nvPr/>
        </p:nvSpPr>
        <p:spPr>
          <a:xfrm>
            <a:off x="9175926" y="6039131"/>
            <a:ext cx="12108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Labor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A9584D-68B7-2047-766C-3C91C68B0658}"/>
              </a:ext>
            </a:extLst>
          </p:cNvPr>
          <p:cNvSpPr txBox="1"/>
          <p:nvPr/>
        </p:nvSpPr>
        <p:spPr>
          <a:xfrm>
            <a:off x="1682681" y="1094090"/>
            <a:ext cx="3768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Landlord Profit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741ED7-0993-539F-F56F-1B7E1EA9392F}"/>
              </a:ext>
            </a:extLst>
          </p:cNvPr>
          <p:cNvSpPr txBox="1"/>
          <p:nvPr/>
        </p:nvSpPr>
        <p:spPr>
          <a:xfrm>
            <a:off x="336449" y="2942761"/>
            <a:ext cx="9993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Farmer Profit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B28F70-FA0D-F568-74DA-E65CE22116D9}"/>
              </a:ext>
            </a:extLst>
          </p:cNvPr>
          <p:cNvSpPr txBox="1"/>
          <p:nvPr/>
        </p:nvSpPr>
        <p:spPr>
          <a:xfrm>
            <a:off x="7125320" y="2541178"/>
            <a:ext cx="37689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Wage of Outside Option (Opportunity Cost of Farming)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39045E1-4F7A-845E-9DE7-1A315BD4A804}"/>
              </a:ext>
            </a:extLst>
          </p:cNvPr>
          <p:cNvCxnSpPr>
            <a:cxnSpLocks/>
          </p:cNvCxnSpPr>
          <p:nvPr/>
        </p:nvCxnSpPr>
        <p:spPr>
          <a:xfrm flipV="1">
            <a:off x="4511040" y="3355848"/>
            <a:ext cx="0" cy="2524124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F9A452B6-D62B-79C5-7B5B-80BFEDC62515}"/>
              </a:ext>
            </a:extLst>
          </p:cNvPr>
          <p:cNvSpPr/>
          <p:nvPr/>
        </p:nvSpPr>
        <p:spPr>
          <a:xfrm>
            <a:off x="4437175" y="3201067"/>
            <a:ext cx="147731" cy="154781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0B3FB9D-79A5-F5B8-9A21-ACD9749B44CB}"/>
              </a:ext>
            </a:extLst>
          </p:cNvPr>
          <p:cNvCxnSpPr>
            <a:cxnSpLocks/>
          </p:cNvCxnSpPr>
          <p:nvPr/>
        </p:nvCxnSpPr>
        <p:spPr>
          <a:xfrm flipV="1">
            <a:off x="2127797" y="1910080"/>
            <a:ext cx="0" cy="3969892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B993B6DA-41DE-8E8E-E166-2080D6AB07D6}"/>
              </a:ext>
            </a:extLst>
          </p:cNvPr>
          <p:cNvSpPr/>
          <p:nvPr/>
        </p:nvSpPr>
        <p:spPr>
          <a:xfrm>
            <a:off x="2053932" y="3201067"/>
            <a:ext cx="147731" cy="154781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98C7CCC-1089-0CE2-8B70-EDB364F61FFF}"/>
                  </a:ext>
                </a:extLst>
              </p:cNvPr>
              <p:cNvSpPr txBox="1"/>
              <p:nvPr/>
            </p:nvSpPr>
            <p:spPr>
              <a:xfrm>
                <a:off x="4206240" y="5968512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98C7CCC-1089-0CE2-8B70-EDB364F61F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6240" y="5968512"/>
                <a:ext cx="60960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091028B-0066-D2D1-47A2-EDDF5C995D5F}"/>
                  </a:ext>
                </a:extLst>
              </p:cNvPr>
              <p:cNvSpPr txBox="1"/>
              <p:nvPr/>
            </p:nvSpPr>
            <p:spPr>
              <a:xfrm>
                <a:off x="1822997" y="5931409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𝑵𝑬𝑾</m:t>
                          </m:r>
                        </m:sub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091028B-0066-D2D1-47A2-EDDF5C995D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2997" y="5931409"/>
                <a:ext cx="609600" cy="369332"/>
              </a:xfrm>
              <a:prstGeom prst="rect">
                <a:avLst/>
              </a:prstGeom>
              <a:blipFill>
                <a:blip r:embed="rId3"/>
                <a:stretch>
                  <a:fillRect r="-122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3B3EC6CA-3C0D-2CA2-640A-1D93E22C3A03}"/>
              </a:ext>
            </a:extLst>
          </p:cNvPr>
          <p:cNvSpPr txBox="1"/>
          <p:nvPr/>
        </p:nvSpPr>
        <p:spPr>
          <a:xfrm>
            <a:off x="3664914" y="1807208"/>
            <a:ext cx="26067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Deadweight Loss</a:t>
            </a:r>
          </a:p>
        </p:txBody>
      </p:sp>
    </p:spTree>
    <p:extLst>
      <p:ext uri="{BB962C8B-B14F-4D97-AF65-F5344CB8AC3E}">
        <p14:creationId xmlns:p14="http://schemas.microsoft.com/office/powerpoint/2010/main" val="39151998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82042F24-8C9E-D3DA-60E2-1A1955CD00BC}"/>
              </a:ext>
            </a:extLst>
          </p:cNvPr>
          <p:cNvGrpSpPr/>
          <p:nvPr/>
        </p:nvGrpSpPr>
        <p:grpSpPr>
          <a:xfrm>
            <a:off x="1297684" y="804672"/>
            <a:ext cx="9089136" cy="5189854"/>
            <a:chOff x="1297684" y="804672"/>
            <a:chExt cx="9089136" cy="5102352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D55152A7-8C70-1AF6-4FFC-01BD8F8AE66F}"/>
                </a:ext>
              </a:extLst>
            </p:cNvPr>
            <p:cNvCxnSpPr/>
            <p:nvPr/>
          </p:nvCxnSpPr>
          <p:spPr>
            <a:xfrm>
              <a:off x="1316736" y="804672"/>
              <a:ext cx="0" cy="510235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598DC8A5-445A-530D-398F-E00A4565AC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97684" y="5879972"/>
              <a:ext cx="9089136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3D5062A7-9993-FA9E-2BD4-4671CE3CD66F}"/>
              </a:ext>
            </a:extLst>
          </p:cNvPr>
          <p:cNvSpPr txBox="1"/>
          <p:nvPr/>
        </p:nvSpPr>
        <p:spPr>
          <a:xfrm rot="16200000">
            <a:off x="79097" y="1362973"/>
            <a:ext cx="16398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Children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28B8E2-9871-8FC7-5DDE-855D56270F66}"/>
              </a:ext>
            </a:extLst>
          </p:cNvPr>
          <p:cNvSpPr txBox="1"/>
          <p:nvPr/>
        </p:nvSpPr>
        <p:spPr>
          <a:xfrm>
            <a:off x="9309741" y="5994526"/>
            <a:ext cx="10770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Food</a:t>
            </a: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12B8E032-6ABC-B56D-BA19-D9A66B2783C3}"/>
              </a:ext>
            </a:extLst>
          </p:cNvPr>
          <p:cNvSpPr/>
          <p:nvPr/>
        </p:nvSpPr>
        <p:spPr>
          <a:xfrm>
            <a:off x="1601322" y="1064854"/>
            <a:ext cx="4736238" cy="4783866"/>
          </a:xfrm>
          <a:custGeom>
            <a:avLst/>
            <a:gdLst>
              <a:gd name="connsiteX0" fmla="*/ 482345 w 4953984"/>
              <a:gd name="connsiteY0" fmla="*/ 0 h 4538546"/>
              <a:gd name="connsiteX1" fmla="*/ 415437 w 4953984"/>
              <a:gd name="connsiteY1" fmla="*/ 2854712 h 4538546"/>
              <a:gd name="connsiteX2" fmla="*/ 4953984 w 4953984"/>
              <a:gd name="connsiteY2" fmla="*/ 4538546 h 4538546"/>
              <a:gd name="connsiteX0" fmla="*/ 482345 w 6277479"/>
              <a:gd name="connsiteY0" fmla="*/ 0 h 4028920"/>
              <a:gd name="connsiteX1" fmla="*/ 415437 w 6277479"/>
              <a:gd name="connsiteY1" fmla="*/ 2854712 h 4028920"/>
              <a:gd name="connsiteX2" fmla="*/ 6277479 w 6277479"/>
              <a:gd name="connsiteY2" fmla="*/ 4028920 h 4028920"/>
              <a:gd name="connsiteX0" fmla="*/ 401809 w 6330506"/>
              <a:gd name="connsiteY0" fmla="*/ 0 h 4028920"/>
              <a:gd name="connsiteX1" fmla="*/ 468464 w 6330506"/>
              <a:gd name="connsiteY1" fmla="*/ 2854712 h 4028920"/>
              <a:gd name="connsiteX2" fmla="*/ 6330506 w 6330506"/>
              <a:gd name="connsiteY2" fmla="*/ 4028920 h 4028920"/>
              <a:gd name="connsiteX0" fmla="*/ 201950 w 6130647"/>
              <a:gd name="connsiteY0" fmla="*/ 0 h 4028920"/>
              <a:gd name="connsiteX1" fmla="*/ 268605 w 6130647"/>
              <a:gd name="connsiteY1" fmla="*/ 2854712 h 4028920"/>
              <a:gd name="connsiteX2" fmla="*/ 6130647 w 6130647"/>
              <a:gd name="connsiteY2" fmla="*/ 4028920 h 4028920"/>
              <a:gd name="connsiteX0" fmla="*/ 448901 w 6377598"/>
              <a:gd name="connsiteY0" fmla="*/ 0 h 4028920"/>
              <a:gd name="connsiteX1" fmla="*/ 515556 w 6377598"/>
              <a:gd name="connsiteY1" fmla="*/ 2854712 h 4028920"/>
              <a:gd name="connsiteX2" fmla="*/ 6377598 w 6377598"/>
              <a:gd name="connsiteY2" fmla="*/ 4028920 h 4028920"/>
              <a:gd name="connsiteX0" fmla="*/ 384520 w 6446781"/>
              <a:gd name="connsiteY0" fmla="*/ 0 h 4057767"/>
              <a:gd name="connsiteX1" fmla="*/ 584739 w 6446781"/>
              <a:gd name="connsiteY1" fmla="*/ 2883559 h 4057767"/>
              <a:gd name="connsiteX2" fmla="*/ 6446781 w 6446781"/>
              <a:gd name="connsiteY2" fmla="*/ 4057767 h 4057767"/>
              <a:gd name="connsiteX0" fmla="*/ 295341 w 6357602"/>
              <a:gd name="connsiteY0" fmla="*/ 0 h 4057767"/>
              <a:gd name="connsiteX1" fmla="*/ 495560 w 6357602"/>
              <a:gd name="connsiteY1" fmla="*/ 2883559 h 4057767"/>
              <a:gd name="connsiteX2" fmla="*/ 6357602 w 6357602"/>
              <a:gd name="connsiteY2" fmla="*/ 4057767 h 4057767"/>
              <a:gd name="connsiteX0" fmla="*/ 205033 w 6267294"/>
              <a:gd name="connsiteY0" fmla="*/ 0 h 4057767"/>
              <a:gd name="connsiteX1" fmla="*/ 611668 w 6267294"/>
              <a:gd name="connsiteY1" fmla="*/ 3200874 h 4057767"/>
              <a:gd name="connsiteX2" fmla="*/ 6267294 w 6267294"/>
              <a:gd name="connsiteY2" fmla="*/ 4057767 h 4057767"/>
              <a:gd name="connsiteX0" fmla="*/ 369782 w 6432043"/>
              <a:gd name="connsiteY0" fmla="*/ 0 h 4057767"/>
              <a:gd name="connsiteX1" fmla="*/ 436437 w 6432043"/>
              <a:gd name="connsiteY1" fmla="*/ 2922022 h 4057767"/>
              <a:gd name="connsiteX2" fmla="*/ 6432043 w 6432043"/>
              <a:gd name="connsiteY2" fmla="*/ 4057767 h 4057767"/>
              <a:gd name="connsiteX0" fmla="*/ 369782 w 4197886"/>
              <a:gd name="connsiteY0" fmla="*/ 0 h 4125076"/>
              <a:gd name="connsiteX1" fmla="*/ 436437 w 4197886"/>
              <a:gd name="connsiteY1" fmla="*/ 2922022 h 4125076"/>
              <a:gd name="connsiteX2" fmla="*/ 4197886 w 4197886"/>
              <a:gd name="connsiteY2" fmla="*/ 4125076 h 4125076"/>
              <a:gd name="connsiteX0" fmla="*/ 369782 w 5059980"/>
              <a:gd name="connsiteY0" fmla="*/ 0 h 4153922"/>
              <a:gd name="connsiteX1" fmla="*/ 436437 w 5059980"/>
              <a:gd name="connsiteY1" fmla="*/ 2922022 h 4153922"/>
              <a:gd name="connsiteX2" fmla="*/ 5059980 w 5059980"/>
              <a:gd name="connsiteY2" fmla="*/ 4153922 h 4153922"/>
              <a:gd name="connsiteX0" fmla="*/ 369782 w 5157118"/>
              <a:gd name="connsiteY0" fmla="*/ 0 h 4125075"/>
              <a:gd name="connsiteX1" fmla="*/ 436437 w 5157118"/>
              <a:gd name="connsiteY1" fmla="*/ 2922022 h 4125075"/>
              <a:gd name="connsiteX2" fmla="*/ 5157118 w 5157118"/>
              <a:gd name="connsiteY2" fmla="*/ 4125075 h 4125075"/>
              <a:gd name="connsiteX0" fmla="*/ 369782 w 5157118"/>
              <a:gd name="connsiteY0" fmla="*/ 0 h 4125075"/>
              <a:gd name="connsiteX1" fmla="*/ 436437 w 5157118"/>
              <a:gd name="connsiteY1" fmla="*/ 2922022 h 4125075"/>
              <a:gd name="connsiteX2" fmla="*/ 5157118 w 5157118"/>
              <a:gd name="connsiteY2" fmla="*/ 4125075 h 4125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57118" h="4125075">
                <a:moveTo>
                  <a:pt x="369782" y="0"/>
                </a:moveTo>
                <a:cubicBezTo>
                  <a:pt x="60826" y="1404921"/>
                  <a:pt x="-308836" y="2165598"/>
                  <a:pt x="436437" y="2922022"/>
                </a:cubicBezTo>
                <a:cubicBezTo>
                  <a:pt x="1181710" y="3678446"/>
                  <a:pt x="4618763" y="4066082"/>
                  <a:pt x="5157118" y="4125075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94A046E-A476-36F0-DDEC-958933634D3A}"/>
                  </a:ext>
                </a:extLst>
              </p:cNvPr>
              <p:cNvSpPr txBox="1"/>
              <p:nvPr/>
            </p:nvSpPr>
            <p:spPr>
              <a:xfrm>
                <a:off x="1947010" y="698230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94A046E-A476-36F0-DDEC-958933634D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7010" y="698230"/>
                <a:ext cx="60960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65EF76C-E578-6E9B-E0C2-011B71E2B340}"/>
                  </a:ext>
                </a:extLst>
              </p:cNvPr>
              <p:cNvSpPr txBox="1"/>
              <p:nvPr/>
            </p:nvSpPr>
            <p:spPr>
              <a:xfrm>
                <a:off x="3434950" y="1192703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65EF76C-E578-6E9B-E0C2-011B71E2B3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4950" y="1192703"/>
                <a:ext cx="60960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1562369-4C2C-6041-4724-75BA3B3589E5}"/>
                  </a:ext>
                </a:extLst>
              </p:cNvPr>
              <p:cNvSpPr txBox="1"/>
              <p:nvPr/>
            </p:nvSpPr>
            <p:spPr>
              <a:xfrm>
                <a:off x="4610031" y="1169443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1562369-4C2C-6041-4724-75BA3B358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0031" y="1169443"/>
                <a:ext cx="60960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Freeform 21">
            <a:extLst>
              <a:ext uri="{FF2B5EF4-FFF2-40B4-BE49-F238E27FC236}">
                <a16:creationId xmlns:a16="http://schemas.microsoft.com/office/drawing/2014/main" id="{84BBD803-58C5-8568-2F11-3441929451FE}"/>
              </a:ext>
            </a:extLst>
          </p:cNvPr>
          <p:cNvSpPr/>
          <p:nvPr/>
        </p:nvSpPr>
        <p:spPr>
          <a:xfrm>
            <a:off x="3152209" y="1377369"/>
            <a:ext cx="4814296" cy="4493934"/>
          </a:xfrm>
          <a:custGeom>
            <a:avLst/>
            <a:gdLst>
              <a:gd name="connsiteX0" fmla="*/ 482345 w 4953984"/>
              <a:gd name="connsiteY0" fmla="*/ 0 h 4538546"/>
              <a:gd name="connsiteX1" fmla="*/ 415437 w 4953984"/>
              <a:gd name="connsiteY1" fmla="*/ 2854712 h 4538546"/>
              <a:gd name="connsiteX2" fmla="*/ 4953984 w 4953984"/>
              <a:gd name="connsiteY2" fmla="*/ 4538546 h 4538546"/>
              <a:gd name="connsiteX0" fmla="*/ 482345 w 6277479"/>
              <a:gd name="connsiteY0" fmla="*/ 0 h 4028920"/>
              <a:gd name="connsiteX1" fmla="*/ 415437 w 6277479"/>
              <a:gd name="connsiteY1" fmla="*/ 2854712 h 4028920"/>
              <a:gd name="connsiteX2" fmla="*/ 6277479 w 6277479"/>
              <a:gd name="connsiteY2" fmla="*/ 4028920 h 4028920"/>
              <a:gd name="connsiteX0" fmla="*/ 401809 w 6330506"/>
              <a:gd name="connsiteY0" fmla="*/ 0 h 4028920"/>
              <a:gd name="connsiteX1" fmla="*/ 468464 w 6330506"/>
              <a:gd name="connsiteY1" fmla="*/ 2854712 h 4028920"/>
              <a:gd name="connsiteX2" fmla="*/ 6330506 w 6330506"/>
              <a:gd name="connsiteY2" fmla="*/ 4028920 h 4028920"/>
              <a:gd name="connsiteX0" fmla="*/ 201950 w 6130647"/>
              <a:gd name="connsiteY0" fmla="*/ 0 h 4028920"/>
              <a:gd name="connsiteX1" fmla="*/ 268605 w 6130647"/>
              <a:gd name="connsiteY1" fmla="*/ 2854712 h 4028920"/>
              <a:gd name="connsiteX2" fmla="*/ 6130647 w 6130647"/>
              <a:gd name="connsiteY2" fmla="*/ 4028920 h 4028920"/>
              <a:gd name="connsiteX0" fmla="*/ 448901 w 6377598"/>
              <a:gd name="connsiteY0" fmla="*/ 0 h 4028920"/>
              <a:gd name="connsiteX1" fmla="*/ 515556 w 6377598"/>
              <a:gd name="connsiteY1" fmla="*/ 2854712 h 4028920"/>
              <a:gd name="connsiteX2" fmla="*/ 6377598 w 6377598"/>
              <a:gd name="connsiteY2" fmla="*/ 4028920 h 4028920"/>
              <a:gd name="connsiteX0" fmla="*/ 384520 w 6446781"/>
              <a:gd name="connsiteY0" fmla="*/ 0 h 4057767"/>
              <a:gd name="connsiteX1" fmla="*/ 584739 w 6446781"/>
              <a:gd name="connsiteY1" fmla="*/ 2883559 h 4057767"/>
              <a:gd name="connsiteX2" fmla="*/ 6446781 w 6446781"/>
              <a:gd name="connsiteY2" fmla="*/ 4057767 h 4057767"/>
              <a:gd name="connsiteX0" fmla="*/ 295341 w 6357602"/>
              <a:gd name="connsiteY0" fmla="*/ 0 h 4057767"/>
              <a:gd name="connsiteX1" fmla="*/ 495560 w 6357602"/>
              <a:gd name="connsiteY1" fmla="*/ 2883559 h 4057767"/>
              <a:gd name="connsiteX2" fmla="*/ 6357602 w 6357602"/>
              <a:gd name="connsiteY2" fmla="*/ 4057767 h 4057767"/>
              <a:gd name="connsiteX0" fmla="*/ 205033 w 6267294"/>
              <a:gd name="connsiteY0" fmla="*/ 0 h 4057767"/>
              <a:gd name="connsiteX1" fmla="*/ 611668 w 6267294"/>
              <a:gd name="connsiteY1" fmla="*/ 3200874 h 4057767"/>
              <a:gd name="connsiteX2" fmla="*/ 6267294 w 6267294"/>
              <a:gd name="connsiteY2" fmla="*/ 4057767 h 4057767"/>
              <a:gd name="connsiteX0" fmla="*/ 369782 w 6432043"/>
              <a:gd name="connsiteY0" fmla="*/ 0 h 4057767"/>
              <a:gd name="connsiteX1" fmla="*/ 436437 w 6432043"/>
              <a:gd name="connsiteY1" fmla="*/ 2922022 h 4057767"/>
              <a:gd name="connsiteX2" fmla="*/ 6432043 w 6432043"/>
              <a:gd name="connsiteY2" fmla="*/ 4057767 h 4057767"/>
              <a:gd name="connsiteX0" fmla="*/ 369782 w 4197886"/>
              <a:gd name="connsiteY0" fmla="*/ 0 h 4125076"/>
              <a:gd name="connsiteX1" fmla="*/ 436437 w 4197886"/>
              <a:gd name="connsiteY1" fmla="*/ 2922022 h 4125076"/>
              <a:gd name="connsiteX2" fmla="*/ 4197886 w 4197886"/>
              <a:gd name="connsiteY2" fmla="*/ 4125076 h 4125076"/>
              <a:gd name="connsiteX0" fmla="*/ 369782 w 5059980"/>
              <a:gd name="connsiteY0" fmla="*/ 0 h 4153922"/>
              <a:gd name="connsiteX1" fmla="*/ 436437 w 5059980"/>
              <a:gd name="connsiteY1" fmla="*/ 2922022 h 4153922"/>
              <a:gd name="connsiteX2" fmla="*/ 5059980 w 5059980"/>
              <a:gd name="connsiteY2" fmla="*/ 4153922 h 4153922"/>
              <a:gd name="connsiteX0" fmla="*/ 369782 w 5157118"/>
              <a:gd name="connsiteY0" fmla="*/ 0 h 4125075"/>
              <a:gd name="connsiteX1" fmla="*/ 436437 w 5157118"/>
              <a:gd name="connsiteY1" fmla="*/ 2922022 h 4125075"/>
              <a:gd name="connsiteX2" fmla="*/ 5157118 w 5157118"/>
              <a:gd name="connsiteY2" fmla="*/ 4125075 h 4125075"/>
              <a:gd name="connsiteX0" fmla="*/ 369782 w 5157118"/>
              <a:gd name="connsiteY0" fmla="*/ 0 h 4125075"/>
              <a:gd name="connsiteX1" fmla="*/ 436437 w 5157118"/>
              <a:gd name="connsiteY1" fmla="*/ 2922022 h 4125075"/>
              <a:gd name="connsiteX2" fmla="*/ 5157118 w 5157118"/>
              <a:gd name="connsiteY2" fmla="*/ 4125075 h 4125075"/>
              <a:gd name="connsiteX0" fmla="*/ 369782 w 5217829"/>
              <a:gd name="connsiteY0" fmla="*/ 0 h 4009688"/>
              <a:gd name="connsiteX1" fmla="*/ 436437 w 5217829"/>
              <a:gd name="connsiteY1" fmla="*/ 2922022 h 4009688"/>
              <a:gd name="connsiteX2" fmla="*/ 5217829 w 5217829"/>
              <a:gd name="connsiteY2" fmla="*/ 4009688 h 4009688"/>
              <a:gd name="connsiteX0" fmla="*/ 369782 w 5242113"/>
              <a:gd name="connsiteY0" fmla="*/ 0 h 3875070"/>
              <a:gd name="connsiteX1" fmla="*/ 436437 w 5242113"/>
              <a:gd name="connsiteY1" fmla="*/ 2922022 h 3875070"/>
              <a:gd name="connsiteX2" fmla="*/ 5242113 w 5242113"/>
              <a:gd name="connsiteY2" fmla="*/ 3875070 h 3875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42113" h="3875070">
                <a:moveTo>
                  <a:pt x="369782" y="0"/>
                </a:moveTo>
                <a:cubicBezTo>
                  <a:pt x="60826" y="1404921"/>
                  <a:pt x="-308836" y="2165598"/>
                  <a:pt x="436437" y="2922022"/>
                </a:cubicBezTo>
                <a:cubicBezTo>
                  <a:pt x="1181710" y="3678446"/>
                  <a:pt x="4703758" y="3816077"/>
                  <a:pt x="5242113" y="3875070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771789B3-53E1-6B32-390A-1DA8D85634EF}"/>
              </a:ext>
            </a:extLst>
          </p:cNvPr>
          <p:cNvSpPr/>
          <p:nvPr/>
        </p:nvSpPr>
        <p:spPr>
          <a:xfrm>
            <a:off x="4327290" y="1349854"/>
            <a:ext cx="4814296" cy="4493934"/>
          </a:xfrm>
          <a:custGeom>
            <a:avLst/>
            <a:gdLst>
              <a:gd name="connsiteX0" fmla="*/ 482345 w 4953984"/>
              <a:gd name="connsiteY0" fmla="*/ 0 h 4538546"/>
              <a:gd name="connsiteX1" fmla="*/ 415437 w 4953984"/>
              <a:gd name="connsiteY1" fmla="*/ 2854712 h 4538546"/>
              <a:gd name="connsiteX2" fmla="*/ 4953984 w 4953984"/>
              <a:gd name="connsiteY2" fmla="*/ 4538546 h 4538546"/>
              <a:gd name="connsiteX0" fmla="*/ 482345 w 6277479"/>
              <a:gd name="connsiteY0" fmla="*/ 0 h 4028920"/>
              <a:gd name="connsiteX1" fmla="*/ 415437 w 6277479"/>
              <a:gd name="connsiteY1" fmla="*/ 2854712 h 4028920"/>
              <a:gd name="connsiteX2" fmla="*/ 6277479 w 6277479"/>
              <a:gd name="connsiteY2" fmla="*/ 4028920 h 4028920"/>
              <a:gd name="connsiteX0" fmla="*/ 401809 w 6330506"/>
              <a:gd name="connsiteY0" fmla="*/ 0 h 4028920"/>
              <a:gd name="connsiteX1" fmla="*/ 468464 w 6330506"/>
              <a:gd name="connsiteY1" fmla="*/ 2854712 h 4028920"/>
              <a:gd name="connsiteX2" fmla="*/ 6330506 w 6330506"/>
              <a:gd name="connsiteY2" fmla="*/ 4028920 h 4028920"/>
              <a:gd name="connsiteX0" fmla="*/ 201950 w 6130647"/>
              <a:gd name="connsiteY0" fmla="*/ 0 h 4028920"/>
              <a:gd name="connsiteX1" fmla="*/ 268605 w 6130647"/>
              <a:gd name="connsiteY1" fmla="*/ 2854712 h 4028920"/>
              <a:gd name="connsiteX2" fmla="*/ 6130647 w 6130647"/>
              <a:gd name="connsiteY2" fmla="*/ 4028920 h 4028920"/>
              <a:gd name="connsiteX0" fmla="*/ 448901 w 6377598"/>
              <a:gd name="connsiteY0" fmla="*/ 0 h 4028920"/>
              <a:gd name="connsiteX1" fmla="*/ 515556 w 6377598"/>
              <a:gd name="connsiteY1" fmla="*/ 2854712 h 4028920"/>
              <a:gd name="connsiteX2" fmla="*/ 6377598 w 6377598"/>
              <a:gd name="connsiteY2" fmla="*/ 4028920 h 4028920"/>
              <a:gd name="connsiteX0" fmla="*/ 384520 w 6446781"/>
              <a:gd name="connsiteY0" fmla="*/ 0 h 4057767"/>
              <a:gd name="connsiteX1" fmla="*/ 584739 w 6446781"/>
              <a:gd name="connsiteY1" fmla="*/ 2883559 h 4057767"/>
              <a:gd name="connsiteX2" fmla="*/ 6446781 w 6446781"/>
              <a:gd name="connsiteY2" fmla="*/ 4057767 h 4057767"/>
              <a:gd name="connsiteX0" fmla="*/ 295341 w 6357602"/>
              <a:gd name="connsiteY0" fmla="*/ 0 h 4057767"/>
              <a:gd name="connsiteX1" fmla="*/ 495560 w 6357602"/>
              <a:gd name="connsiteY1" fmla="*/ 2883559 h 4057767"/>
              <a:gd name="connsiteX2" fmla="*/ 6357602 w 6357602"/>
              <a:gd name="connsiteY2" fmla="*/ 4057767 h 4057767"/>
              <a:gd name="connsiteX0" fmla="*/ 205033 w 6267294"/>
              <a:gd name="connsiteY0" fmla="*/ 0 h 4057767"/>
              <a:gd name="connsiteX1" fmla="*/ 611668 w 6267294"/>
              <a:gd name="connsiteY1" fmla="*/ 3200874 h 4057767"/>
              <a:gd name="connsiteX2" fmla="*/ 6267294 w 6267294"/>
              <a:gd name="connsiteY2" fmla="*/ 4057767 h 4057767"/>
              <a:gd name="connsiteX0" fmla="*/ 369782 w 6432043"/>
              <a:gd name="connsiteY0" fmla="*/ 0 h 4057767"/>
              <a:gd name="connsiteX1" fmla="*/ 436437 w 6432043"/>
              <a:gd name="connsiteY1" fmla="*/ 2922022 h 4057767"/>
              <a:gd name="connsiteX2" fmla="*/ 6432043 w 6432043"/>
              <a:gd name="connsiteY2" fmla="*/ 4057767 h 4057767"/>
              <a:gd name="connsiteX0" fmla="*/ 369782 w 4197886"/>
              <a:gd name="connsiteY0" fmla="*/ 0 h 4125076"/>
              <a:gd name="connsiteX1" fmla="*/ 436437 w 4197886"/>
              <a:gd name="connsiteY1" fmla="*/ 2922022 h 4125076"/>
              <a:gd name="connsiteX2" fmla="*/ 4197886 w 4197886"/>
              <a:gd name="connsiteY2" fmla="*/ 4125076 h 4125076"/>
              <a:gd name="connsiteX0" fmla="*/ 369782 w 5059980"/>
              <a:gd name="connsiteY0" fmla="*/ 0 h 4153922"/>
              <a:gd name="connsiteX1" fmla="*/ 436437 w 5059980"/>
              <a:gd name="connsiteY1" fmla="*/ 2922022 h 4153922"/>
              <a:gd name="connsiteX2" fmla="*/ 5059980 w 5059980"/>
              <a:gd name="connsiteY2" fmla="*/ 4153922 h 4153922"/>
              <a:gd name="connsiteX0" fmla="*/ 369782 w 5157118"/>
              <a:gd name="connsiteY0" fmla="*/ 0 h 4125075"/>
              <a:gd name="connsiteX1" fmla="*/ 436437 w 5157118"/>
              <a:gd name="connsiteY1" fmla="*/ 2922022 h 4125075"/>
              <a:gd name="connsiteX2" fmla="*/ 5157118 w 5157118"/>
              <a:gd name="connsiteY2" fmla="*/ 4125075 h 4125075"/>
              <a:gd name="connsiteX0" fmla="*/ 369782 w 5157118"/>
              <a:gd name="connsiteY0" fmla="*/ 0 h 4125075"/>
              <a:gd name="connsiteX1" fmla="*/ 436437 w 5157118"/>
              <a:gd name="connsiteY1" fmla="*/ 2922022 h 4125075"/>
              <a:gd name="connsiteX2" fmla="*/ 5157118 w 5157118"/>
              <a:gd name="connsiteY2" fmla="*/ 4125075 h 4125075"/>
              <a:gd name="connsiteX0" fmla="*/ 369782 w 5217829"/>
              <a:gd name="connsiteY0" fmla="*/ 0 h 4009688"/>
              <a:gd name="connsiteX1" fmla="*/ 436437 w 5217829"/>
              <a:gd name="connsiteY1" fmla="*/ 2922022 h 4009688"/>
              <a:gd name="connsiteX2" fmla="*/ 5217829 w 5217829"/>
              <a:gd name="connsiteY2" fmla="*/ 4009688 h 4009688"/>
              <a:gd name="connsiteX0" fmla="*/ 369782 w 5242113"/>
              <a:gd name="connsiteY0" fmla="*/ 0 h 3875070"/>
              <a:gd name="connsiteX1" fmla="*/ 436437 w 5242113"/>
              <a:gd name="connsiteY1" fmla="*/ 2922022 h 3875070"/>
              <a:gd name="connsiteX2" fmla="*/ 5242113 w 5242113"/>
              <a:gd name="connsiteY2" fmla="*/ 3875070 h 3875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42113" h="3875070">
                <a:moveTo>
                  <a:pt x="369782" y="0"/>
                </a:moveTo>
                <a:cubicBezTo>
                  <a:pt x="60826" y="1404921"/>
                  <a:pt x="-308836" y="2165598"/>
                  <a:pt x="436437" y="2922022"/>
                </a:cubicBezTo>
                <a:cubicBezTo>
                  <a:pt x="1181710" y="3678446"/>
                  <a:pt x="4703758" y="3816077"/>
                  <a:pt x="5242113" y="3875070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5966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E4498-D5BB-77B8-3E4C-719B8644F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3013342-5AFF-B53E-3DB7-A5DBC8D37B8A}"/>
              </a:ext>
            </a:extLst>
          </p:cNvPr>
          <p:cNvGrpSpPr/>
          <p:nvPr/>
        </p:nvGrpSpPr>
        <p:grpSpPr>
          <a:xfrm>
            <a:off x="1297684" y="804672"/>
            <a:ext cx="9089136" cy="5189854"/>
            <a:chOff x="1297684" y="804672"/>
            <a:chExt cx="9089136" cy="5102352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1AC696FE-BD2D-B2D3-DF43-BCB0E0A58EF4}"/>
                </a:ext>
              </a:extLst>
            </p:cNvPr>
            <p:cNvCxnSpPr/>
            <p:nvPr/>
          </p:nvCxnSpPr>
          <p:spPr>
            <a:xfrm>
              <a:off x="1316736" y="804672"/>
              <a:ext cx="0" cy="510235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8920B9B-D19E-73B9-979D-19BBBD9920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97684" y="5879972"/>
              <a:ext cx="9089136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BFFD8526-4004-1215-BB9C-A816106A8E08}"/>
              </a:ext>
            </a:extLst>
          </p:cNvPr>
          <p:cNvSpPr txBox="1"/>
          <p:nvPr/>
        </p:nvSpPr>
        <p:spPr>
          <a:xfrm rot="16200000">
            <a:off x="79097" y="1362973"/>
            <a:ext cx="16398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Children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F4C4F0-FB44-6AA8-2393-EA05B33836DB}"/>
              </a:ext>
            </a:extLst>
          </p:cNvPr>
          <p:cNvSpPr txBox="1"/>
          <p:nvPr/>
        </p:nvSpPr>
        <p:spPr>
          <a:xfrm>
            <a:off x="9309741" y="5994526"/>
            <a:ext cx="10770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Food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AB18C64-49DE-DC5F-A3F3-7131EF0F6D87}"/>
              </a:ext>
            </a:extLst>
          </p:cNvPr>
          <p:cNvCxnSpPr>
            <a:cxnSpLocks/>
          </p:cNvCxnSpPr>
          <p:nvPr/>
        </p:nvCxnSpPr>
        <p:spPr>
          <a:xfrm flipV="1">
            <a:off x="1817649" y="1817649"/>
            <a:ext cx="5960483" cy="3590692"/>
          </a:xfrm>
          <a:prstGeom prst="straightConnector1">
            <a:avLst/>
          </a:prstGeom>
          <a:ln w="1270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7D41FEA-9242-75C2-1CF6-2323337BA430}"/>
              </a:ext>
            </a:extLst>
          </p:cNvPr>
          <p:cNvSpPr txBox="1"/>
          <p:nvPr/>
        </p:nvSpPr>
        <p:spPr>
          <a:xfrm rot="19795673">
            <a:off x="4653887" y="2297140"/>
            <a:ext cx="30047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Better (Higher Utility)</a:t>
            </a:r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5337DE1C-88FC-2B5B-9CE5-36ABC60E3DB9}"/>
              </a:ext>
            </a:extLst>
          </p:cNvPr>
          <p:cNvSpPr/>
          <p:nvPr/>
        </p:nvSpPr>
        <p:spPr>
          <a:xfrm>
            <a:off x="1601322" y="1064854"/>
            <a:ext cx="4736238" cy="4783866"/>
          </a:xfrm>
          <a:custGeom>
            <a:avLst/>
            <a:gdLst>
              <a:gd name="connsiteX0" fmla="*/ 482345 w 4953984"/>
              <a:gd name="connsiteY0" fmla="*/ 0 h 4538546"/>
              <a:gd name="connsiteX1" fmla="*/ 415437 w 4953984"/>
              <a:gd name="connsiteY1" fmla="*/ 2854712 h 4538546"/>
              <a:gd name="connsiteX2" fmla="*/ 4953984 w 4953984"/>
              <a:gd name="connsiteY2" fmla="*/ 4538546 h 4538546"/>
              <a:gd name="connsiteX0" fmla="*/ 482345 w 6277479"/>
              <a:gd name="connsiteY0" fmla="*/ 0 h 4028920"/>
              <a:gd name="connsiteX1" fmla="*/ 415437 w 6277479"/>
              <a:gd name="connsiteY1" fmla="*/ 2854712 h 4028920"/>
              <a:gd name="connsiteX2" fmla="*/ 6277479 w 6277479"/>
              <a:gd name="connsiteY2" fmla="*/ 4028920 h 4028920"/>
              <a:gd name="connsiteX0" fmla="*/ 401809 w 6330506"/>
              <a:gd name="connsiteY0" fmla="*/ 0 h 4028920"/>
              <a:gd name="connsiteX1" fmla="*/ 468464 w 6330506"/>
              <a:gd name="connsiteY1" fmla="*/ 2854712 h 4028920"/>
              <a:gd name="connsiteX2" fmla="*/ 6330506 w 6330506"/>
              <a:gd name="connsiteY2" fmla="*/ 4028920 h 4028920"/>
              <a:gd name="connsiteX0" fmla="*/ 201950 w 6130647"/>
              <a:gd name="connsiteY0" fmla="*/ 0 h 4028920"/>
              <a:gd name="connsiteX1" fmla="*/ 268605 w 6130647"/>
              <a:gd name="connsiteY1" fmla="*/ 2854712 h 4028920"/>
              <a:gd name="connsiteX2" fmla="*/ 6130647 w 6130647"/>
              <a:gd name="connsiteY2" fmla="*/ 4028920 h 4028920"/>
              <a:gd name="connsiteX0" fmla="*/ 448901 w 6377598"/>
              <a:gd name="connsiteY0" fmla="*/ 0 h 4028920"/>
              <a:gd name="connsiteX1" fmla="*/ 515556 w 6377598"/>
              <a:gd name="connsiteY1" fmla="*/ 2854712 h 4028920"/>
              <a:gd name="connsiteX2" fmla="*/ 6377598 w 6377598"/>
              <a:gd name="connsiteY2" fmla="*/ 4028920 h 4028920"/>
              <a:gd name="connsiteX0" fmla="*/ 384520 w 6446781"/>
              <a:gd name="connsiteY0" fmla="*/ 0 h 4057767"/>
              <a:gd name="connsiteX1" fmla="*/ 584739 w 6446781"/>
              <a:gd name="connsiteY1" fmla="*/ 2883559 h 4057767"/>
              <a:gd name="connsiteX2" fmla="*/ 6446781 w 6446781"/>
              <a:gd name="connsiteY2" fmla="*/ 4057767 h 4057767"/>
              <a:gd name="connsiteX0" fmla="*/ 295341 w 6357602"/>
              <a:gd name="connsiteY0" fmla="*/ 0 h 4057767"/>
              <a:gd name="connsiteX1" fmla="*/ 495560 w 6357602"/>
              <a:gd name="connsiteY1" fmla="*/ 2883559 h 4057767"/>
              <a:gd name="connsiteX2" fmla="*/ 6357602 w 6357602"/>
              <a:gd name="connsiteY2" fmla="*/ 4057767 h 4057767"/>
              <a:gd name="connsiteX0" fmla="*/ 205033 w 6267294"/>
              <a:gd name="connsiteY0" fmla="*/ 0 h 4057767"/>
              <a:gd name="connsiteX1" fmla="*/ 611668 w 6267294"/>
              <a:gd name="connsiteY1" fmla="*/ 3200874 h 4057767"/>
              <a:gd name="connsiteX2" fmla="*/ 6267294 w 6267294"/>
              <a:gd name="connsiteY2" fmla="*/ 4057767 h 4057767"/>
              <a:gd name="connsiteX0" fmla="*/ 369782 w 6432043"/>
              <a:gd name="connsiteY0" fmla="*/ 0 h 4057767"/>
              <a:gd name="connsiteX1" fmla="*/ 436437 w 6432043"/>
              <a:gd name="connsiteY1" fmla="*/ 2922022 h 4057767"/>
              <a:gd name="connsiteX2" fmla="*/ 6432043 w 6432043"/>
              <a:gd name="connsiteY2" fmla="*/ 4057767 h 4057767"/>
              <a:gd name="connsiteX0" fmla="*/ 369782 w 4197886"/>
              <a:gd name="connsiteY0" fmla="*/ 0 h 4125076"/>
              <a:gd name="connsiteX1" fmla="*/ 436437 w 4197886"/>
              <a:gd name="connsiteY1" fmla="*/ 2922022 h 4125076"/>
              <a:gd name="connsiteX2" fmla="*/ 4197886 w 4197886"/>
              <a:gd name="connsiteY2" fmla="*/ 4125076 h 4125076"/>
              <a:gd name="connsiteX0" fmla="*/ 369782 w 5059980"/>
              <a:gd name="connsiteY0" fmla="*/ 0 h 4153922"/>
              <a:gd name="connsiteX1" fmla="*/ 436437 w 5059980"/>
              <a:gd name="connsiteY1" fmla="*/ 2922022 h 4153922"/>
              <a:gd name="connsiteX2" fmla="*/ 5059980 w 5059980"/>
              <a:gd name="connsiteY2" fmla="*/ 4153922 h 4153922"/>
              <a:gd name="connsiteX0" fmla="*/ 369782 w 5157118"/>
              <a:gd name="connsiteY0" fmla="*/ 0 h 4125075"/>
              <a:gd name="connsiteX1" fmla="*/ 436437 w 5157118"/>
              <a:gd name="connsiteY1" fmla="*/ 2922022 h 4125075"/>
              <a:gd name="connsiteX2" fmla="*/ 5157118 w 5157118"/>
              <a:gd name="connsiteY2" fmla="*/ 4125075 h 4125075"/>
              <a:gd name="connsiteX0" fmla="*/ 369782 w 5157118"/>
              <a:gd name="connsiteY0" fmla="*/ 0 h 4125075"/>
              <a:gd name="connsiteX1" fmla="*/ 436437 w 5157118"/>
              <a:gd name="connsiteY1" fmla="*/ 2922022 h 4125075"/>
              <a:gd name="connsiteX2" fmla="*/ 5157118 w 5157118"/>
              <a:gd name="connsiteY2" fmla="*/ 4125075 h 4125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57118" h="4125075">
                <a:moveTo>
                  <a:pt x="369782" y="0"/>
                </a:moveTo>
                <a:cubicBezTo>
                  <a:pt x="60826" y="1404921"/>
                  <a:pt x="-308836" y="2165598"/>
                  <a:pt x="436437" y="2922022"/>
                </a:cubicBezTo>
                <a:cubicBezTo>
                  <a:pt x="1181710" y="3678446"/>
                  <a:pt x="4618763" y="4066082"/>
                  <a:pt x="5157118" y="4125075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4FF8B54-7332-BC78-58CE-16FFCE2EF7C6}"/>
                  </a:ext>
                </a:extLst>
              </p:cNvPr>
              <p:cNvSpPr txBox="1"/>
              <p:nvPr/>
            </p:nvSpPr>
            <p:spPr>
              <a:xfrm>
                <a:off x="1947010" y="698230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4FF8B54-7332-BC78-58CE-16FFCE2EF7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7010" y="698230"/>
                <a:ext cx="60960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5ADD293-FCD0-671E-FA48-3E730F13C9F3}"/>
                  </a:ext>
                </a:extLst>
              </p:cNvPr>
              <p:cNvSpPr txBox="1"/>
              <p:nvPr/>
            </p:nvSpPr>
            <p:spPr>
              <a:xfrm>
                <a:off x="3434950" y="1192703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5ADD293-FCD0-671E-FA48-3E730F13C9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4950" y="1192703"/>
                <a:ext cx="60960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DF464FA-03F5-3AE2-E72B-DD53A9CAB03F}"/>
                  </a:ext>
                </a:extLst>
              </p:cNvPr>
              <p:cNvSpPr txBox="1"/>
              <p:nvPr/>
            </p:nvSpPr>
            <p:spPr>
              <a:xfrm>
                <a:off x="4610031" y="1169443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DF464FA-03F5-3AE2-E72B-DD53A9CAB0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0031" y="1169443"/>
                <a:ext cx="60960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Freeform 40">
            <a:extLst>
              <a:ext uri="{FF2B5EF4-FFF2-40B4-BE49-F238E27FC236}">
                <a16:creationId xmlns:a16="http://schemas.microsoft.com/office/drawing/2014/main" id="{8D5FDD4D-32FF-631D-4FB8-20E5E045CED6}"/>
              </a:ext>
            </a:extLst>
          </p:cNvPr>
          <p:cNvSpPr/>
          <p:nvPr/>
        </p:nvSpPr>
        <p:spPr>
          <a:xfrm>
            <a:off x="3152209" y="1377369"/>
            <a:ext cx="4814296" cy="4493934"/>
          </a:xfrm>
          <a:custGeom>
            <a:avLst/>
            <a:gdLst>
              <a:gd name="connsiteX0" fmla="*/ 482345 w 4953984"/>
              <a:gd name="connsiteY0" fmla="*/ 0 h 4538546"/>
              <a:gd name="connsiteX1" fmla="*/ 415437 w 4953984"/>
              <a:gd name="connsiteY1" fmla="*/ 2854712 h 4538546"/>
              <a:gd name="connsiteX2" fmla="*/ 4953984 w 4953984"/>
              <a:gd name="connsiteY2" fmla="*/ 4538546 h 4538546"/>
              <a:gd name="connsiteX0" fmla="*/ 482345 w 6277479"/>
              <a:gd name="connsiteY0" fmla="*/ 0 h 4028920"/>
              <a:gd name="connsiteX1" fmla="*/ 415437 w 6277479"/>
              <a:gd name="connsiteY1" fmla="*/ 2854712 h 4028920"/>
              <a:gd name="connsiteX2" fmla="*/ 6277479 w 6277479"/>
              <a:gd name="connsiteY2" fmla="*/ 4028920 h 4028920"/>
              <a:gd name="connsiteX0" fmla="*/ 401809 w 6330506"/>
              <a:gd name="connsiteY0" fmla="*/ 0 h 4028920"/>
              <a:gd name="connsiteX1" fmla="*/ 468464 w 6330506"/>
              <a:gd name="connsiteY1" fmla="*/ 2854712 h 4028920"/>
              <a:gd name="connsiteX2" fmla="*/ 6330506 w 6330506"/>
              <a:gd name="connsiteY2" fmla="*/ 4028920 h 4028920"/>
              <a:gd name="connsiteX0" fmla="*/ 201950 w 6130647"/>
              <a:gd name="connsiteY0" fmla="*/ 0 h 4028920"/>
              <a:gd name="connsiteX1" fmla="*/ 268605 w 6130647"/>
              <a:gd name="connsiteY1" fmla="*/ 2854712 h 4028920"/>
              <a:gd name="connsiteX2" fmla="*/ 6130647 w 6130647"/>
              <a:gd name="connsiteY2" fmla="*/ 4028920 h 4028920"/>
              <a:gd name="connsiteX0" fmla="*/ 448901 w 6377598"/>
              <a:gd name="connsiteY0" fmla="*/ 0 h 4028920"/>
              <a:gd name="connsiteX1" fmla="*/ 515556 w 6377598"/>
              <a:gd name="connsiteY1" fmla="*/ 2854712 h 4028920"/>
              <a:gd name="connsiteX2" fmla="*/ 6377598 w 6377598"/>
              <a:gd name="connsiteY2" fmla="*/ 4028920 h 4028920"/>
              <a:gd name="connsiteX0" fmla="*/ 384520 w 6446781"/>
              <a:gd name="connsiteY0" fmla="*/ 0 h 4057767"/>
              <a:gd name="connsiteX1" fmla="*/ 584739 w 6446781"/>
              <a:gd name="connsiteY1" fmla="*/ 2883559 h 4057767"/>
              <a:gd name="connsiteX2" fmla="*/ 6446781 w 6446781"/>
              <a:gd name="connsiteY2" fmla="*/ 4057767 h 4057767"/>
              <a:gd name="connsiteX0" fmla="*/ 295341 w 6357602"/>
              <a:gd name="connsiteY0" fmla="*/ 0 h 4057767"/>
              <a:gd name="connsiteX1" fmla="*/ 495560 w 6357602"/>
              <a:gd name="connsiteY1" fmla="*/ 2883559 h 4057767"/>
              <a:gd name="connsiteX2" fmla="*/ 6357602 w 6357602"/>
              <a:gd name="connsiteY2" fmla="*/ 4057767 h 4057767"/>
              <a:gd name="connsiteX0" fmla="*/ 205033 w 6267294"/>
              <a:gd name="connsiteY0" fmla="*/ 0 h 4057767"/>
              <a:gd name="connsiteX1" fmla="*/ 611668 w 6267294"/>
              <a:gd name="connsiteY1" fmla="*/ 3200874 h 4057767"/>
              <a:gd name="connsiteX2" fmla="*/ 6267294 w 6267294"/>
              <a:gd name="connsiteY2" fmla="*/ 4057767 h 4057767"/>
              <a:gd name="connsiteX0" fmla="*/ 369782 w 6432043"/>
              <a:gd name="connsiteY0" fmla="*/ 0 h 4057767"/>
              <a:gd name="connsiteX1" fmla="*/ 436437 w 6432043"/>
              <a:gd name="connsiteY1" fmla="*/ 2922022 h 4057767"/>
              <a:gd name="connsiteX2" fmla="*/ 6432043 w 6432043"/>
              <a:gd name="connsiteY2" fmla="*/ 4057767 h 4057767"/>
              <a:gd name="connsiteX0" fmla="*/ 369782 w 4197886"/>
              <a:gd name="connsiteY0" fmla="*/ 0 h 4125076"/>
              <a:gd name="connsiteX1" fmla="*/ 436437 w 4197886"/>
              <a:gd name="connsiteY1" fmla="*/ 2922022 h 4125076"/>
              <a:gd name="connsiteX2" fmla="*/ 4197886 w 4197886"/>
              <a:gd name="connsiteY2" fmla="*/ 4125076 h 4125076"/>
              <a:gd name="connsiteX0" fmla="*/ 369782 w 5059980"/>
              <a:gd name="connsiteY0" fmla="*/ 0 h 4153922"/>
              <a:gd name="connsiteX1" fmla="*/ 436437 w 5059980"/>
              <a:gd name="connsiteY1" fmla="*/ 2922022 h 4153922"/>
              <a:gd name="connsiteX2" fmla="*/ 5059980 w 5059980"/>
              <a:gd name="connsiteY2" fmla="*/ 4153922 h 4153922"/>
              <a:gd name="connsiteX0" fmla="*/ 369782 w 5157118"/>
              <a:gd name="connsiteY0" fmla="*/ 0 h 4125075"/>
              <a:gd name="connsiteX1" fmla="*/ 436437 w 5157118"/>
              <a:gd name="connsiteY1" fmla="*/ 2922022 h 4125075"/>
              <a:gd name="connsiteX2" fmla="*/ 5157118 w 5157118"/>
              <a:gd name="connsiteY2" fmla="*/ 4125075 h 4125075"/>
              <a:gd name="connsiteX0" fmla="*/ 369782 w 5157118"/>
              <a:gd name="connsiteY0" fmla="*/ 0 h 4125075"/>
              <a:gd name="connsiteX1" fmla="*/ 436437 w 5157118"/>
              <a:gd name="connsiteY1" fmla="*/ 2922022 h 4125075"/>
              <a:gd name="connsiteX2" fmla="*/ 5157118 w 5157118"/>
              <a:gd name="connsiteY2" fmla="*/ 4125075 h 4125075"/>
              <a:gd name="connsiteX0" fmla="*/ 369782 w 5217829"/>
              <a:gd name="connsiteY0" fmla="*/ 0 h 4009688"/>
              <a:gd name="connsiteX1" fmla="*/ 436437 w 5217829"/>
              <a:gd name="connsiteY1" fmla="*/ 2922022 h 4009688"/>
              <a:gd name="connsiteX2" fmla="*/ 5217829 w 5217829"/>
              <a:gd name="connsiteY2" fmla="*/ 4009688 h 4009688"/>
              <a:gd name="connsiteX0" fmla="*/ 369782 w 5242113"/>
              <a:gd name="connsiteY0" fmla="*/ 0 h 3875070"/>
              <a:gd name="connsiteX1" fmla="*/ 436437 w 5242113"/>
              <a:gd name="connsiteY1" fmla="*/ 2922022 h 3875070"/>
              <a:gd name="connsiteX2" fmla="*/ 5242113 w 5242113"/>
              <a:gd name="connsiteY2" fmla="*/ 3875070 h 3875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42113" h="3875070">
                <a:moveTo>
                  <a:pt x="369782" y="0"/>
                </a:moveTo>
                <a:cubicBezTo>
                  <a:pt x="60826" y="1404921"/>
                  <a:pt x="-308836" y="2165598"/>
                  <a:pt x="436437" y="2922022"/>
                </a:cubicBezTo>
                <a:cubicBezTo>
                  <a:pt x="1181710" y="3678446"/>
                  <a:pt x="4703758" y="3816077"/>
                  <a:pt x="5242113" y="3875070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reeform 41">
            <a:extLst>
              <a:ext uri="{FF2B5EF4-FFF2-40B4-BE49-F238E27FC236}">
                <a16:creationId xmlns:a16="http://schemas.microsoft.com/office/drawing/2014/main" id="{3D20A22A-DB4D-53C2-89BD-7CE9C2E93AA8}"/>
              </a:ext>
            </a:extLst>
          </p:cNvPr>
          <p:cNvSpPr/>
          <p:nvPr/>
        </p:nvSpPr>
        <p:spPr>
          <a:xfrm>
            <a:off x="4327290" y="1349854"/>
            <a:ext cx="4814296" cy="4493934"/>
          </a:xfrm>
          <a:custGeom>
            <a:avLst/>
            <a:gdLst>
              <a:gd name="connsiteX0" fmla="*/ 482345 w 4953984"/>
              <a:gd name="connsiteY0" fmla="*/ 0 h 4538546"/>
              <a:gd name="connsiteX1" fmla="*/ 415437 w 4953984"/>
              <a:gd name="connsiteY1" fmla="*/ 2854712 h 4538546"/>
              <a:gd name="connsiteX2" fmla="*/ 4953984 w 4953984"/>
              <a:gd name="connsiteY2" fmla="*/ 4538546 h 4538546"/>
              <a:gd name="connsiteX0" fmla="*/ 482345 w 6277479"/>
              <a:gd name="connsiteY0" fmla="*/ 0 h 4028920"/>
              <a:gd name="connsiteX1" fmla="*/ 415437 w 6277479"/>
              <a:gd name="connsiteY1" fmla="*/ 2854712 h 4028920"/>
              <a:gd name="connsiteX2" fmla="*/ 6277479 w 6277479"/>
              <a:gd name="connsiteY2" fmla="*/ 4028920 h 4028920"/>
              <a:gd name="connsiteX0" fmla="*/ 401809 w 6330506"/>
              <a:gd name="connsiteY0" fmla="*/ 0 h 4028920"/>
              <a:gd name="connsiteX1" fmla="*/ 468464 w 6330506"/>
              <a:gd name="connsiteY1" fmla="*/ 2854712 h 4028920"/>
              <a:gd name="connsiteX2" fmla="*/ 6330506 w 6330506"/>
              <a:gd name="connsiteY2" fmla="*/ 4028920 h 4028920"/>
              <a:gd name="connsiteX0" fmla="*/ 201950 w 6130647"/>
              <a:gd name="connsiteY0" fmla="*/ 0 h 4028920"/>
              <a:gd name="connsiteX1" fmla="*/ 268605 w 6130647"/>
              <a:gd name="connsiteY1" fmla="*/ 2854712 h 4028920"/>
              <a:gd name="connsiteX2" fmla="*/ 6130647 w 6130647"/>
              <a:gd name="connsiteY2" fmla="*/ 4028920 h 4028920"/>
              <a:gd name="connsiteX0" fmla="*/ 448901 w 6377598"/>
              <a:gd name="connsiteY0" fmla="*/ 0 h 4028920"/>
              <a:gd name="connsiteX1" fmla="*/ 515556 w 6377598"/>
              <a:gd name="connsiteY1" fmla="*/ 2854712 h 4028920"/>
              <a:gd name="connsiteX2" fmla="*/ 6377598 w 6377598"/>
              <a:gd name="connsiteY2" fmla="*/ 4028920 h 4028920"/>
              <a:gd name="connsiteX0" fmla="*/ 384520 w 6446781"/>
              <a:gd name="connsiteY0" fmla="*/ 0 h 4057767"/>
              <a:gd name="connsiteX1" fmla="*/ 584739 w 6446781"/>
              <a:gd name="connsiteY1" fmla="*/ 2883559 h 4057767"/>
              <a:gd name="connsiteX2" fmla="*/ 6446781 w 6446781"/>
              <a:gd name="connsiteY2" fmla="*/ 4057767 h 4057767"/>
              <a:gd name="connsiteX0" fmla="*/ 295341 w 6357602"/>
              <a:gd name="connsiteY0" fmla="*/ 0 h 4057767"/>
              <a:gd name="connsiteX1" fmla="*/ 495560 w 6357602"/>
              <a:gd name="connsiteY1" fmla="*/ 2883559 h 4057767"/>
              <a:gd name="connsiteX2" fmla="*/ 6357602 w 6357602"/>
              <a:gd name="connsiteY2" fmla="*/ 4057767 h 4057767"/>
              <a:gd name="connsiteX0" fmla="*/ 205033 w 6267294"/>
              <a:gd name="connsiteY0" fmla="*/ 0 h 4057767"/>
              <a:gd name="connsiteX1" fmla="*/ 611668 w 6267294"/>
              <a:gd name="connsiteY1" fmla="*/ 3200874 h 4057767"/>
              <a:gd name="connsiteX2" fmla="*/ 6267294 w 6267294"/>
              <a:gd name="connsiteY2" fmla="*/ 4057767 h 4057767"/>
              <a:gd name="connsiteX0" fmla="*/ 369782 w 6432043"/>
              <a:gd name="connsiteY0" fmla="*/ 0 h 4057767"/>
              <a:gd name="connsiteX1" fmla="*/ 436437 w 6432043"/>
              <a:gd name="connsiteY1" fmla="*/ 2922022 h 4057767"/>
              <a:gd name="connsiteX2" fmla="*/ 6432043 w 6432043"/>
              <a:gd name="connsiteY2" fmla="*/ 4057767 h 4057767"/>
              <a:gd name="connsiteX0" fmla="*/ 369782 w 4197886"/>
              <a:gd name="connsiteY0" fmla="*/ 0 h 4125076"/>
              <a:gd name="connsiteX1" fmla="*/ 436437 w 4197886"/>
              <a:gd name="connsiteY1" fmla="*/ 2922022 h 4125076"/>
              <a:gd name="connsiteX2" fmla="*/ 4197886 w 4197886"/>
              <a:gd name="connsiteY2" fmla="*/ 4125076 h 4125076"/>
              <a:gd name="connsiteX0" fmla="*/ 369782 w 5059980"/>
              <a:gd name="connsiteY0" fmla="*/ 0 h 4153922"/>
              <a:gd name="connsiteX1" fmla="*/ 436437 w 5059980"/>
              <a:gd name="connsiteY1" fmla="*/ 2922022 h 4153922"/>
              <a:gd name="connsiteX2" fmla="*/ 5059980 w 5059980"/>
              <a:gd name="connsiteY2" fmla="*/ 4153922 h 4153922"/>
              <a:gd name="connsiteX0" fmla="*/ 369782 w 5157118"/>
              <a:gd name="connsiteY0" fmla="*/ 0 h 4125075"/>
              <a:gd name="connsiteX1" fmla="*/ 436437 w 5157118"/>
              <a:gd name="connsiteY1" fmla="*/ 2922022 h 4125075"/>
              <a:gd name="connsiteX2" fmla="*/ 5157118 w 5157118"/>
              <a:gd name="connsiteY2" fmla="*/ 4125075 h 4125075"/>
              <a:gd name="connsiteX0" fmla="*/ 369782 w 5157118"/>
              <a:gd name="connsiteY0" fmla="*/ 0 h 4125075"/>
              <a:gd name="connsiteX1" fmla="*/ 436437 w 5157118"/>
              <a:gd name="connsiteY1" fmla="*/ 2922022 h 4125075"/>
              <a:gd name="connsiteX2" fmla="*/ 5157118 w 5157118"/>
              <a:gd name="connsiteY2" fmla="*/ 4125075 h 4125075"/>
              <a:gd name="connsiteX0" fmla="*/ 369782 w 5217829"/>
              <a:gd name="connsiteY0" fmla="*/ 0 h 4009688"/>
              <a:gd name="connsiteX1" fmla="*/ 436437 w 5217829"/>
              <a:gd name="connsiteY1" fmla="*/ 2922022 h 4009688"/>
              <a:gd name="connsiteX2" fmla="*/ 5217829 w 5217829"/>
              <a:gd name="connsiteY2" fmla="*/ 4009688 h 4009688"/>
              <a:gd name="connsiteX0" fmla="*/ 369782 w 5242113"/>
              <a:gd name="connsiteY0" fmla="*/ 0 h 3875070"/>
              <a:gd name="connsiteX1" fmla="*/ 436437 w 5242113"/>
              <a:gd name="connsiteY1" fmla="*/ 2922022 h 3875070"/>
              <a:gd name="connsiteX2" fmla="*/ 5242113 w 5242113"/>
              <a:gd name="connsiteY2" fmla="*/ 3875070 h 3875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42113" h="3875070">
                <a:moveTo>
                  <a:pt x="369782" y="0"/>
                </a:moveTo>
                <a:cubicBezTo>
                  <a:pt x="60826" y="1404921"/>
                  <a:pt x="-308836" y="2165598"/>
                  <a:pt x="436437" y="2922022"/>
                </a:cubicBezTo>
                <a:cubicBezTo>
                  <a:pt x="1181710" y="3678446"/>
                  <a:pt x="4703758" y="3816077"/>
                  <a:pt x="5242113" y="3875070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417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3110E07F-B658-E259-32B0-26037B814A99}"/>
              </a:ext>
            </a:extLst>
          </p:cNvPr>
          <p:cNvGrpSpPr/>
          <p:nvPr/>
        </p:nvGrpSpPr>
        <p:grpSpPr>
          <a:xfrm>
            <a:off x="1297684" y="804672"/>
            <a:ext cx="9089136" cy="5189854"/>
            <a:chOff x="1297684" y="804672"/>
            <a:chExt cx="9089136" cy="5102352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167BA7BB-D0E9-0E64-785C-40C075DD603E}"/>
                </a:ext>
              </a:extLst>
            </p:cNvPr>
            <p:cNvCxnSpPr/>
            <p:nvPr/>
          </p:nvCxnSpPr>
          <p:spPr>
            <a:xfrm>
              <a:off x="1316736" y="804672"/>
              <a:ext cx="0" cy="510235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F061707-38A2-9AC4-D030-05ACE530F6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97684" y="5879972"/>
              <a:ext cx="9089136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CE00D236-7F96-2C9E-7FD2-12F6A47BA69F}"/>
              </a:ext>
            </a:extLst>
          </p:cNvPr>
          <p:cNvSpPr txBox="1"/>
          <p:nvPr/>
        </p:nvSpPr>
        <p:spPr>
          <a:xfrm rot="16200000">
            <a:off x="79097" y="1362973"/>
            <a:ext cx="16398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Children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EC1822-0A24-63E4-56A5-0734D3FF08FF}"/>
              </a:ext>
            </a:extLst>
          </p:cNvPr>
          <p:cNvSpPr txBox="1"/>
          <p:nvPr/>
        </p:nvSpPr>
        <p:spPr>
          <a:xfrm>
            <a:off x="9309741" y="5994526"/>
            <a:ext cx="10770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Food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798C55B-95A6-956D-A3A4-5A8D00D50CC8}"/>
              </a:ext>
            </a:extLst>
          </p:cNvPr>
          <p:cNvCxnSpPr>
            <a:cxnSpLocks/>
          </p:cNvCxnSpPr>
          <p:nvPr/>
        </p:nvCxnSpPr>
        <p:spPr>
          <a:xfrm>
            <a:off x="1297684" y="3429000"/>
            <a:ext cx="1635087" cy="255970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21EBCE5-9ECB-11B2-2AB7-308F19EF6BE2}"/>
                  </a:ext>
                </a:extLst>
              </p:cNvPr>
              <p:cNvSpPr txBox="1"/>
              <p:nvPr/>
            </p:nvSpPr>
            <p:spPr>
              <a:xfrm>
                <a:off x="2627971" y="5988700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21EBCE5-9ECB-11B2-2AB7-308F19EF6B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7971" y="5988700"/>
                <a:ext cx="60960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D94B9DB-8113-FE55-AD7C-0A0A9B0BA5AF}"/>
                  </a:ext>
                </a:extLst>
              </p:cNvPr>
              <p:cNvSpPr txBox="1"/>
              <p:nvPr/>
            </p:nvSpPr>
            <p:spPr>
              <a:xfrm>
                <a:off x="849430" y="3238508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D94B9DB-8113-FE55-AD7C-0A0A9B0BA5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430" y="3238508"/>
                <a:ext cx="60960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43503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48AAF-C1EA-2BC5-4E58-16FC0AFC5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reeform 30">
            <a:extLst>
              <a:ext uri="{FF2B5EF4-FFF2-40B4-BE49-F238E27FC236}">
                <a16:creationId xmlns:a16="http://schemas.microsoft.com/office/drawing/2014/main" id="{B533CDDB-5E69-D598-2B56-4C6940830D7C}"/>
              </a:ext>
            </a:extLst>
          </p:cNvPr>
          <p:cNvSpPr/>
          <p:nvPr/>
        </p:nvSpPr>
        <p:spPr>
          <a:xfrm>
            <a:off x="1601322" y="1064854"/>
            <a:ext cx="4736238" cy="4783866"/>
          </a:xfrm>
          <a:custGeom>
            <a:avLst/>
            <a:gdLst>
              <a:gd name="connsiteX0" fmla="*/ 482345 w 4953984"/>
              <a:gd name="connsiteY0" fmla="*/ 0 h 4538546"/>
              <a:gd name="connsiteX1" fmla="*/ 415437 w 4953984"/>
              <a:gd name="connsiteY1" fmla="*/ 2854712 h 4538546"/>
              <a:gd name="connsiteX2" fmla="*/ 4953984 w 4953984"/>
              <a:gd name="connsiteY2" fmla="*/ 4538546 h 4538546"/>
              <a:gd name="connsiteX0" fmla="*/ 482345 w 6277479"/>
              <a:gd name="connsiteY0" fmla="*/ 0 h 4028920"/>
              <a:gd name="connsiteX1" fmla="*/ 415437 w 6277479"/>
              <a:gd name="connsiteY1" fmla="*/ 2854712 h 4028920"/>
              <a:gd name="connsiteX2" fmla="*/ 6277479 w 6277479"/>
              <a:gd name="connsiteY2" fmla="*/ 4028920 h 4028920"/>
              <a:gd name="connsiteX0" fmla="*/ 401809 w 6330506"/>
              <a:gd name="connsiteY0" fmla="*/ 0 h 4028920"/>
              <a:gd name="connsiteX1" fmla="*/ 468464 w 6330506"/>
              <a:gd name="connsiteY1" fmla="*/ 2854712 h 4028920"/>
              <a:gd name="connsiteX2" fmla="*/ 6330506 w 6330506"/>
              <a:gd name="connsiteY2" fmla="*/ 4028920 h 4028920"/>
              <a:gd name="connsiteX0" fmla="*/ 201950 w 6130647"/>
              <a:gd name="connsiteY0" fmla="*/ 0 h 4028920"/>
              <a:gd name="connsiteX1" fmla="*/ 268605 w 6130647"/>
              <a:gd name="connsiteY1" fmla="*/ 2854712 h 4028920"/>
              <a:gd name="connsiteX2" fmla="*/ 6130647 w 6130647"/>
              <a:gd name="connsiteY2" fmla="*/ 4028920 h 4028920"/>
              <a:gd name="connsiteX0" fmla="*/ 448901 w 6377598"/>
              <a:gd name="connsiteY0" fmla="*/ 0 h 4028920"/>
              <a:gd name="connsiteX1" fmla="*/ 515556 w 6377598"/>
              <a:gd name="connsiteY1" fmla="*/ 2854712 h 4028920"/>
              <a:gd name="connsiteX2" fmla="*/ 6377598 w 6377598"/>
              <a:gd name="connsiteY2" fmla="*/ 4028920 h 4028920"/>
              <a:gd name="connsiteX0" fmla="*/ 384520 w 6446781"/>
              <a:gd name="connsiteY0" fmla="*/ 0 h 4057767"/>
              <a:gd name="connsiteX1" fmla="*/ 584739 w 6446781"/>
              <a:gd name="connsiteY1" fmla="*/ 2883559 h 4057767"/>
              <a:gd name="connsiteX2" fmla="*/ 6446781 w 6446781"/>
              <a:gd name="connsiteY2" fmla="*/ 4057767 h 4057767"/>
              <a:gd name="connsiteX0" fmla="*/ 295341 w 6357602"/>
              <a:gd name="connsiteY0" fmla="*/ 0 h 4057767"/>
              <a:gd name="connsiteX1" fmla="*/ 495560 w 6357602"/>
              <a:gd name="connsiteY1" fmla="*/ 2883559 h 4057767"/>
              <a:gd name="connsiteX2" fmla="*/ 6357602 w 6357602"/>
              <a:gd name="connsiteY2" fmla="*/ 4057767 h 4057767"/>
              <a:gd name="connsiteX0" fmla="*/ 205033 w 6267294"/>
              <a:gd name="connsiteY0" fmla="*/ 0 h 4057767"/>
              <a:gd name="connsiteX1" fmla="*/ 611668 w 6267294"/>
              <a:gd name="connsiteY1" fmla="*/ 3200874 h 4057767"/>
              <a:gd name="connsiteX2" fmla="*/ 6267294 w 6267294"/>
              <a:gd name="connsiteY2" fmla="*/ 4057767 h 4057767"/>
              <a:gd name="connsiteX0" fmla="*/ 369782 w 6432043"/>
              <a:gd name="connsiteY0" fmla="*/ 0 h 4057767"/>
              <a:gd name="connsiteX1" fmla="*/ 436437 w 6432043"/>
              <a:gd name="connsiteY1" fmla="*/ 2922022 h 4057767"/>
              <a:gd name="connsiteX2" fmla="*/ 6432043 w 6432043"/>
              <a:gd name="connsiteY2" fmla="*/ 4057767 h 4057767"/>
              <a:gd name="connsiteX0" fmla="*/ 369782 w 4197886"/>
              <a:gd name="connsiteY0" fmla="*/ 0 h 4125076"/>
              <a:gd name="connsiteX1" fmla="*/ 436437 w 4197886"/>
              <a:gd name="connsiteY1" fmla="*/ 2922022 h 4125076"/>
              <a:gd name="connsiteX2" fmla="*/ 4197886 w 4197886"/>
              <a:gd name="connsiteY2" fmla="*/ 4125076 h 4125076"/>
              <a:gd name="connsiteX0" fmla="*/ 369782 w 5059980"/>
              <a:gd name="connsiteY0" fmla="*/ 0 h 4153922"/>
              <a:gd name="connsiteX1" fmla="*/ 436437 w 5059980"/>
              <a:gd name="connsiteY1" fmla="*/ 2922022 h 4153922"/>
              <a:gd name="connsiteX2" fmla="*/ 5059980 w 5059980"/>
              <a:gd name="connsiteY2" fmla="*/ 4153922 h 4153922"/>
              <a:gd name="connsiteX0" fmla="*/ 369782 w 5157118"/>
              <a:gd name="connsiteY0" fmla="*/ 0 h 4125075"/>
              <a:gd name="connsiteX1" fmla="*/ 436437 w 5157118"/>
              <a:gd name="connsiteY1" fmla="*/ 2922022 h 4125075"/>
              <a:gd name="connsiteX2" fmla="*/ 5157118 w 5157118"/>
              <a:gd name="connsiteY2" fmla="*/ 4125075 h 4125075"/>
              <a:gd name="connsiteX0" fmla="*/ 369782 w 5157118"/>
              <a:gd name="connsiteY0" fmla="*/ 0 h 4125075"/>
              <a:gd name="connsiteX1" fmla="*/ 436437 w 5157118"/>
              <a:gd name="connsiteY1" fmla="*/ 2922022 h 4125075"/>
              <a:gd name="connsiteX2" fmla="*/ 5157118 w 5157118"/>
              <a:gd name="connsiteY2" fmla="*/ 4125075 h 4125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57118" h="4125075">
                <a:moveTo>
                  <a:pt x="369782" y="0"/>
                </a:moveTo>
                <a:cubicBezTo>
                  <a:pt x="60826" y="1404921"/>
                  <a:pt x="-308836" y="2165598"/>
                  <a:pt x="436437" y="2922022"/>
                </a:cubicBezTo>
                <a:cubicBezTo>
                  <a:pt x="1181710" y="3678446"/>
                  <a:pt x="4618763" y="4066082"/>
                  <a:pt x="5157118" y="4125075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8DC316-0265-679D-3B4B-58D83701D685}"/>
              </a:ext>
            </a:extLst>
          </p:cNvPr>
          <p:cNvGrpSpPr/>
          <p:nvPr/>
        </p:nvGrpSpPr>
        <p:grpSpPr>
          <a:xfrm>
            <a:off x="1297684" y="804672"/>
            <a:ext cx="9089136" cy="5189854"/>
            <a:chOff x="1297684" y="804672"/>
            <a:chExt cx="9089136" cy="5102352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DCAF974B-3CE9-12E3-246B-FBB2BAB908A6}"/>
                </a:ext>
              </a:extLst>
            </p:cNvPr>
            <p:cNvCxnSpPr/>
            <p:nvPr/>
          </p:nvCxnSpPr>
          <p:spPr>
            <a:xfrm>
              <a:off x="1316736" y="804672"/>
              <a:ext cx="0" cy="510235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1CBF4BC-0572-5AF6-8722-0B652E193F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97684" y="5879972"/>
              <a:ext cx="9089136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EEEF6336-FE0A-7945-236E-9A0D13666034}"/>
              </a:ext>
            </a:extLst>
          </p:cNvPr>
          <p:cNvSpPr txBox="1"/>
          <p:nvPr/>
        </p:nvSpPr>
        <p:spPr>
          <a:xfrm rot="16200000">
            <a:off x="-76383" y="1362972"/>
            <a:ext cx="16398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Children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EE245A-CFA3-0C2B-14F1-CBB91096A952}"/>
              </a:ext>
            </a:extLst>
          </p:cNvPr>
          <p:cNvSpPr txBox="1"/>
          <p:nvPr/>
        </p:nvSpPr>
        <p:spPr>
          <a:xfrm>
            <a:off x="9309741" y="5994526"/>
            <a:ext cx="10770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Food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9673FC5-569B-9356-FAB5-0FB6913A07BB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1297684" y="3429000"/>
            <a:ext cx="1635087" cy="255970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447AE61-9CED-266B-18F6-039883DA44F7}"/>
                  </a:ext>
                </a:extLst>
              </p:cNvPr>
              <p:cNvSpPr txBox="1"/>
              <p:nvPr/>
            </p:nvSpPr>
            <p:spPr>
              <a:xfrm>
                <a:off x="1869163" y="804671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447AE61-9CED-266B-18F6-039883DA44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9163" y="804671"/>
                <a:ext cx="60960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28DB6BC-249F-2923-2277-BF599FD42E38}"/>
              </a:ext>
            </a:extLst>
          </p:cNvPr>
          <p:cNvCxnSpPr>
            <a:cxnSpLocks/>
          </p:cNvCxnSpPr>
          <p:nvPr/>
        </p:nvCxnSpPr>
        <p:spPr>
          <a:xfrm flipV="1">
            <a:off x="1869163" y="4439672"/>
            <a:ext cx="0" cy="1440300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70F69D01-9062-1880-1DE9-2E20F19F3D89}"/>
              </a:ext>
            </a:extLst>
          </p:cNvPr>
          <p:cNvSpPr/>
          <p:nvPr/>
        </p:nvSpPr>
        <p:spPr>
          <a:xfrm>
            <a:off x="1746088" y="4230540"/>
            <a:ext cx="246150" cy="247711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205E219-8E01-2A47-82DE-A6FC8A292C38}"/>
              </a:ext>
            </a:extLst>
          </p:cNvPr>
          <p:cNvCxnSpPr>
            <a:cxnSpLocks/>
            <a:endCxn id="10" idx="2"/>
          </p:cNvCxnSpPr>
          <p:nvPr/>
        </p:nvCxnSpPr>
        <p:spPr>
          <a:xfrm>
            <a:off x="1326263" y="4354396"/>
            <a:ext cx="419825" cy="0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2E383F1-7266-081D-F52E-7DC34488F2B8}"/>
                  </a:ext>
                </a:extLst>
              </p:cNvPr>
              <p:cNvSpPr txBox="1"/>
              <p:nvPr/>
            </p:nvSpPr>
            <p:spPr>
              <a:xfrm>
                <a:off x="1536175" y="5987253"/>
                <a:ext cx="609600" cy="4057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sub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2E383F1-7266-081D-F52E-7DC34488F2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6175" y="5987253"/>
                <a:ext cx="609600" cy="405752"/>
              </a:xfrm>
              <a:prstGeom prst="rect">
                <a:avLst/>
              </a:prstGeom>
              <a:blipFill>
                <a:blip r:embed="rId3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CE65119-32E1-A589-9A80-51177FC29D4D}"/>
                  </a:ext>
                </a:extLst>
              </p:cNvPr>
              <p:cNvSpPr txBox="1"/>
              <p:nvPr/>
            </p:nvSpPr>
            <p:spPr>
              <a:xfrm>
                <a:off x="697610" y="4204451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sub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CE65119-32E1-A589-9A80-51177FC29D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610" y="4204451"/>
                <a:ext cx="609600" cy="369332"/>
              </a:xfrm>
              <a:prstGeom prst="rect">
                <a:avLst/>
              </a:prstGeom>
              <a:blipFill>
                <a:blip r:embed="rId4"/>
                <a:stretch>
                  <a:fillRect b="-10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AE07213-B354-0A52-D26D-482C5E6C2F02}"/>
                  </a:ext>
                </a:extLst>
              </p:cNvPr>
              <p:cNvSpPr txBox="1"/>
              <p:nvPr/>
            </p:nvSpPr>
            <p:spPr>
              <a:xfrm>
                <a:off x="2627971" y="5988700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AE07213-B354-0A52-D26D-482C5E6C2F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7971" y="5988700"/>
                <a:ext cx="60960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8FB9D34-BC3C-DA19-C673-7442C9E0447F}"/>
                  </a:ext>
                </a:extLst>
              </p:cNvPr>
              <p:cNvSpPr txBox="1"/>
              <p:nvPr/>
            </p:nvSpPr>
            <p:spPr>
              <a:xfrm>
                <a:off x="849430" y="3238508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8FB9D34-BC3C-DA19-C673-7442C9E044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430" y="3238508"/>
                <a:ext cx="60960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75914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B4537-A34C-B6FB-0C62-079C5E25C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8E1FD270-EBDD-4972-2B1F-1B9E8D9B2C64}"/>
              </a:ext>
            </a:extLst>
          </p:cNvPr>
          <p:cNvGrpSpPr/>
          <p:nvPr/>
        </p:nvGrpSpPr>
        <p:grpSpPr>
          <a:xfrm>
            <a:off x="1297684" y="804672"/>
            <a:ext cx="9089136" cy="5189854"/>
            <a:chOff x="1297684" y="804672"/>
            <a:chExt cx="9089136" cy="5102352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BDF74778-3A54-C1AA-93C2-C2AA63FE4C7E}"/>
                </a:ext>
              </a:extLst>
            </p:cNvPr>
            <p:cNvCxnSpPr/>
            <p:nvPr/>
          </p:nvCxnSpPr>
          <p:spPr>
            <a:xfrm>
              <a:off x="1316736" y="804672"/>
              <a:ext cx="0" cy="510235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A062D9E-EA31-56E7-C48E-5DB9D43665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97684" y="5879972"/>
              <a:ext cx="9089136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9C111A37-47CE-4B8A-1691-E4FF457152BA}"/>
              </a:ext>
            </a:extLst>
          </p:cNvPr>
          <p:cNvSpPr txBox="1"/>
          <p:nvPr/>
        </p:nvSpPr>
        <p:spPr>
          <a:xfrm rot="16200000">
            <a:off x="-76383" y="1362972"/>
            <a:ext cx="16398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Children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3D5754-5FE0-BA27-7E2F-8B2B7A00C74A}"/>
              </a:ext>
            </a:extLst>
          </p:cNvPr>
          <p:cNvSpPr txBox="1"/>
          <p:nvPr/>
        </p:nvSpPr>
        <p:spPr>
          <a:xfrm>
            <a:off x="9309741" y="5994526"/>
            <a:ext cx="10770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Food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B04CC72-122C-DAC9-34E6-180A515302E6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1297684" y="3429000"/>
            <a:ext cx="1635087" cy="255970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Freeform 1">
            <a:extLst>
              <a:ext uri="{FF2B5EF4-FFF2-40B4-BE49-F238E27FC236}">
                <a16:creationId xmlns:a16="http://schemas.microsoft.com/office/drawing/2014/main" id="{7D860FA7-70FA-C31D-0AAB-55FB4EDD0859}"/>
              </a:ext>
            </a:extLst>
          </p:cNvPr>
          <p:cNvSpPr/>
          <p:nvPr/>
        </p:nvSpPr>
        <p:spPr>
          <a:xfrm>
            <a:off x="1601322" y="1064854"/>
            <a:ext cx="4736238" cy="4783866"/>
          </a:xfrm>
          <a:custGeom>
            <a:avLst/>
            <a:gdLst>
              <a:gd name="connsiteX0" fmla="*/ 482345 w 4953984"/>
              <a:gd name="connsiteY0" fmla="*/ 0 h 4538546"/>
              <a:gd name="connsiteX1" fmla="*/ 415437 w 4953984"/>
              <a:gd name="connsiteY1" fmla="*/ 2854712 h 4538546"/>
              <a:gd name="connsiteX2" fmla="*/ 4953984 w 4953984"/>
              <a:gd name="connsiteY2" fmla="*/ 4538546 h 4538546"/>
              <a:gd name="connsiteX0" fmla="*/ 482345 w 6277479"/>
              <a:gd name="connsiteY0" fmla="*/ 0 h 4028920"/>
              <a:gd name="connsiteX1" fmla="*/ 415437 w 6277479"/>
              <a:gd name="connsiteY1" fmla="*/ 2854712 h 4028920"/>
              <a:gd name="connsiteX2" fmla="*/ 6277479 w 6277479"/>
              <a:gd name="connsiteY2" fmla="*/ 4028920 h 4028920"/>
              <a:gd name="connsiteX0" fmla="*/ 401809 w 6330506"/>
              <a:gd name="connsiteY0" fmla="*/ 0 h 4028920"/>
              <a:gd name="connsiteX1" fmla="*/ 468464 w 6330506"/>
              <a:gd name="connsiteY1" fmla="*/ 2854712 h 4028920"/>
              <a:gd name="connsiteX2" fmla="*/ 6330506 w 6330506"/>
              <a:gd name="connsiteY2" fmla="*/ 4028920 h 4028920"/>
              <a:gd name="connsiteX0" fmla="*/ 201950 w 6130647"/>
              <a:gd name="connsiteY0" fmla="*/ 0 h 4028920"/>
              <a:gd name="connsiteX1" fmla="*/ 268605 w 6130647"/>
              <a:gd name="connsiteY1" fmla="*/ 2854712 h 4028920"/>
              <a:gd name="connsiteX2" fmla="*/ 6130647 w 6130647"/>
              <a:gd name="connsiteY2" fmla="*/ 4028920 h 4028920"/>
              <a:gd name="connsiteX0" fmla="*/ 448901 w 6377598"/>
              <a:gd name="connsiteY0" fmla="*/ 0 h 4028920"/>
              <a:gd name="connsiteX1" fmla="*/ 515556 w 6377598"/>
              <a:gd name="connsiteY1" fmla="*/ 2854712 h 4028920"/>
              <a:gd name="connsiteX2" fmla="*/ 6377598 w 6377598"/>
              <a:gd name="connsiteY2" fmla="*/ 4028920 h 4028920"/>
              <a:gd name="connsiteX0" fmla="*/ 384520 w 6446781"/>
              <a:gd name="connsiteY0" fmla="*/ 0 h 4057767"/>
              <a:gd name="connsiteX1" fmla="*/ 584739 w 6446781"/>
              <a:gd name="connsiteY1" fmla="*/ 2883559 h 4057767"/>
              <a:gd name="connsiteX2" fmla="*/ 6446781 w 6446781"/>
              <a:gd name="connsiteY2" fmla="*/ 4057767 h 4057767"/>
              <a:gd name="connsiteX0" fmla="*/ 295341 w 6357602"/>
              <a:gd name="connsiteY0" fmla="*/ 0 h 4057767"/>
              <a:gd name="connsiteX1" fmla="*/ 495560 w 6357602"/>
              <a:gd name="connsiteY1" fmla="*/ 2883559 h 4057767"/>
              <a:gd name="connsiteX2" fmla="*/ 6357602 w 6357602"/>
              <a:gd name="connsiteY2" fmla="*/ 4057767 h 4057767"/>
              <a:gd name="connsiteX0" fmla="*/ 205033 w 6267294"/>
              <a:gd name="connsiteY0" fmla="*/ 0 h 4057767"/>
              <a:gd name="connsiteX1" fmla="*/ 611668 w 6267294"/>
              <a:gd name="connsiteY1" fmla="*/ 3200874 h 4057767"/>
              <a:gd name="connsiteX2" fmla="*/ 6267294 w 6267294"/>
              <a:gd name="connsiteY2" fmla="*/ 4057767 h 4057767"/>
              <a:gd name="connsiteX0" fmla="*/ 369782 w 6432043"/>
              <a:gd name="connsiteY0" fmla="*/ 0 h 4057767"/>
              <a:gd name="connsiteX1" fmla="*/ 436437 w 6432043"/>
              <a:gd name="connsiteY1" fmla="*/ 2922022 h 4057767"/>
              <a:gd name="connsiteX2" fmla="*/ 6432043 w 6432043"/>
              <a:gd name="connsiteY2" fmla="*/ 4057767 h 4057767"/>
              <a:gd name="connsiteX0" fmla="*/ 369782 w 4197886"/>
              <a:gd name="connsiteY0" fmla="*/ 0 h 4125076"/>
              <a:gd name="connsiteX1" fmla="*/ 436437 w 4197886"/>
              <a:gd name="connsiteY1" fmla="*/ 2922022 h 4125076"/>
              <a:gd name="connsiteX2" fmla="*/ 4197886 w 4197886"/>
              <a:gd name="connsiteY2" fmla="*/ 4125076 h 4125076"/>
              <a:gd name="connsiteX0" fmla="*/ 369782 w 5059980"/>
              <a:gd name="connsiteY0" fmla="*/ 0 h 4153922"/>
              <a:gd name="connsiteX1" fmla="*/ 436437 w 5059980"/>
              <a:gd name="connsiteY1" fmla="*/ 2922022 h 4153922"/>
              <a:gd name="connsiteX2" fmla="*/ 5059980 w 5059980"/>
              <a:gd name="connsiteY2" fmla="*/ 4153922 h 4153922"/>
              <a:gd name="connsiteX0" fmla="*/ 369782 w 5157118"/>
              <a:gd name="connsiteY0" fmla="*/ 0 h 4125075"/>
              <a:gd name="connsiteX1" fmla="*/ 436437 w 5157118"/>
              <a:gd name="connsiteY1" fmla="*/ 2922022 h 4125075"/>
              <a:gd name="connsiteX2" fmla="*/ 5157118 w 5157118"/>
              <a:gd name="connsiteY2" fmla="*/ 4125075 h 4125075"/>
              <a:gd name="connsiteX0" fmla="*/ 369782 w 5157118"/>
              <a:gd name="connsiteY0" fmla="*/ 0 h 4125075"/>
              <a:gd name="connsiteX1" fmla="*/ 436437 w 5157118"/>
              <a:gd name="connsiteY1" fmla="*/ 2922022 h 4125075"/>
              <a:gd name="connsiteX2" fmla="*/ 5157118 w 5157118"/>
              <a:gd name="connsiteY2" fmla="*/ 4125075 h 4125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57118" h="4125075">
                <a:moveTo>
                  <a:pt x="369782" y="0"/>
                </a:moveTo>
                <a:cubicBezTo>
                  <a:pt x="60826" y="1404921"/>
                  <a:pt x="-308836" y="2165598"/>
                  <a:pt x="436437" y="2922022"/>
                </a:cubicBezTo>
                <a:cubicBezTo>
                  <a:pt x="1181710" y="3678446"/>
                  <a:pt x="4618763" y="4066082"/>
                  <a:pt x="5157118" y="4125075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609FA68-F729-6E25-BEAE-AA340DA6D4A9}"/>
                  </a:ext>
                </a:extLst>
              </p:cNvPr>
              <p:cNvSpPr txBox="1"/>
              <p:nvPr/>
            </p:nvSpPr>
            <p:spPr>
              <a:xfrm>
                <a:off x="1947010" y="698230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609FA68-F729-6E25-BEAE-AA340DA6D4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7010" y="698230"/>
                <a:ext cx="60960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C050D4F-7287-DE06-6FC9-5E7AD8EC2B29}"/>
              </a:ext>
            </a:extLst>
          </p:cNvPr>
          <p:cNvCxnSpPr>
            <a:cxnSpLocks/>
          </p:cNvCxnSpPr>
          <p:nvPr/>
        </p:nvCxnSpPr>
        <p:spPr>
          <a:xfrm flipV="1">
            <a:off x="1869163" y="4439672"/>
            <a:ext cx="0" cy="1440300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57B78BB4-5859-E0EC-923F-C246B6F2B9A3}"/>
              </a:ext>
            </a:extLst>
          </p:cNvPr>
          <p:cNvSpPr/>
          <p:nvPr/>
        </p:nvSpPr>
        <p:spPr>
          <a:xfrm>
            <a:off x="1746088" y="4230540"/>
            <a:ext cx="246150" cy="247711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C8F2767-9370-7A6F-86F4-21712287D8DE}"/>
              </a:ext>
            </a:extLst>
          </p:cNvPr>
          <p:cNvCxnSpPr>
            <a:cxnSpLocks/>
            <a:endCxn id="10" idx="2"/>
          </p:cNvCxnSpPr>
          <p:nvPr/>
        </p:nvCxnSpPr>
        <p:spPr>
          <a:xfrm>
            <a:off x="1326263" y="4354396"/>
            <a:ext cx="419825" cy="0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C900D11-C0F0-EF41-5996-4C458435C9AF}"/>
                  </a:ext>
                </a:extLst>
              </p:cNvPr>
              <p:cNvSpPr txBox="1"/>
              <p:nvPr/>
            </p:nvSpPr>
            <p:spPr>
              <a:xfrm>
                <a:off x="1536175" y="5987253"/>
                <a:ext cx="609600" cy="4057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sub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C900D11-C0F0-EF41-5996-4C458435C9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6175" y="5987253"/>
                <a:ext cx="609600" cy="405752"/>
              </a:xfrm>
              <a:prstGeom prst="rect">
                <a:avLst/>
              </a:prstGeom>
              <a:blipFill>
                <a:blip r:embed="rId3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615D827-B219-C217-C028-63FBB2B859AE}"/>
                  </a:ext>
                </a:extLst>
              </p:cNvPr>
              <p:cNvSpPr txBox="1"/>
              <p:nvPr/>
            </p:nvSpPr>
            <p:spPr>
              <a:xfrm>
                <a:off x="697610" y="4204451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sub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615D827-B219-C217-C028-63FBB2B859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610" y="4204451"/>
                <a:ext cx="609600" cy="369332"/>
              </a:xfrm>
              <a:prstGeom prst="rect">
                <a:avLst/>
              </a:prstGeom>
              <a:blipFill>
                <a:blip r:embed="rId4"/>
                <a:stretch>
                  <a:fillRect b="-10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ACC6C82-F077-2AE0-3BAC-F92F704FCC0B}"/>
                  </a:ext>
                </a:extLst>
              </p:cNvPr>
              <p:cNvSpPr txBox="1"/>
              <p:nvPr/>
            </p:nvSpPr>
            <p:spPr>
              <a:xfrm>
                <a:off x="2627971" y="5988700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ACC6C82-F077-2AE0-3BAC-F92F704FCC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7971" y="5988700"/>
                <a:ext cx="60960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4FE8133-31B0-6093-D877-A1C668C494DF}"/>
                  </a:ext>
                </a:extLst>
              </p:cNvPr>
              <p:cNvSpPr txBox="1"/>
              <p:nvPr/>
            </p:nvSpPr>
            <p:spPr>
              <a:xfrm>
                <a:off x="849430" y="3238508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4FE8133-31B0-6093-D877-A1C668C494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430" y="3238508"/>
                <a:ext cx="60960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B3000AB-B1E6-6EDF-D11F-FD9487F704B3}"/>
              </a:ext>
            </a:extLst>
          </p:cNvPr>
          <p:cNvCxnSpPr>
            <a:cxnSpLocks/>
          </p:cNvCxnSpPr>
          <p:nvPr/>
        </p:nvCxnSpPr>
        <p:spPr>
          <a:xfrm>
            <a:off x="1335789" y="1460810"/>
            <a:ext cx="2927269" cy="4495356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A7EA36E-5E7F-A5B9-4E36-950CC0A4D8EC}"/>
                  </a:ext>
                </a:extLst>
              </p:cNvPr>
              <p:cNvSpPr txBox="1"/>
              <p:nvPr/>
            </p:nvSpPr>
            <p:spPr>
              <a:xfrm>
                <a:off x="772907" y="1276144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A7EA36E-5E7F-A5B9-4E36-950CC0A4D8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907" y="1276144"/>
                <a:ext cx="60960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8DAC28D-BA29-64DB-EB3B-E1E837B2FBF7}"/>
                  </a:ext>
                </a:extLst>
              </p:cNvPr>
              <p:cNvSpPr txBox="1"/>
              <p:nvPr/>
            </p:nvSpPr>
            <p:spPr>
              <a:xfrm>
                <a:off x="3958258" y="5999152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𝟏𝟐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8DAC28D-BA29-64DB-EB3B-E1E837B2FB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8258" y="5999152"/>
                <a:ext cx="60960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65867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759F6-7D80-1755-8C0A-35FFAECB7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A845AB8-DAFE-BFDB-B16F-29259FA1AA04}"/>
              </a:ext>
            </a:extLst>
          </p:cNvPr>
          <p:cNvGrpSpPr/>
          <p:nvPr/>
        </p:nvGrpSpPr>
        <p:grpSpPr>
          <a:xfrm>
            <a:off x="1297684" y="804672"/>
            <a:ext cx="9089136" cy="5189854"/>
            <a:chOff x="1297684" y="804672"/>
            <a:chExt cx="9089136" cy="5102352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7680BB0B-663D-ABFC-02B4-DFF3A7C5BDA1}"/>
                </a:ext>
              </a:extLst>
            </p:cNvPr>
            <p:cNvCxnSpPr/>
            <p:nvPr/>
          </p:nvCxnSpPr>
          <p:spPr>
            <a:xfrm>
              <a:off x="1316736" y="804672"/>
              <a:ext cx="0" cy="510235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5F1E1A5-C3B8-A8B0-1569-5024FEE304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97684" y="5879972"/>
              <a:ext cx="9089136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97E302E-F8ED-1BFE-77C0-045B9A580F83}"/>
              </a:ext>
            </a:extLst>
          </p:cNvPr>
          <p:cNvSpPr txBox="1"/>
          <p:nvPr/>
        </p:nvSpPr>
        <p:spPr>
          <a:xfrm rot="16200000">
            <a:off x="-76383" y="1362972"/>
            <a:ext cx="16398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Children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2AFD37-2DD3-DF90-0407-503A50DF7C22}"/>
              </a:ext>
            </a:extLst>
          </p:cNvPr>
          <p:cNvSpPr txBox="1"/>
          <p:nvPr/>
        </p:nvSpPr>
        <p:spPr>
          <a:xfrm>
            <a:off x="9309741" y="5994526"/>
            <a:ext cx="10770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Food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CA150BF-D26D-151E-8F27-D82C0EEBA621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1297684" y="3429000"/>
            <a:ext cx="1635087" cy="255970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Freeform 1">
            <a:extLst>
              <a:ext uri="{FF2B5EF4-FFF2-40B4-BE49-F238E27FC236}">
                <a16:creationId xmlns:a16="http://schemas.microsoft.com/office/drawing/2014/main" id="{27E32571-837C-4E99-511B-3DE267CBF33D}"/>
              </a:ext>
            </a:extLst>
          </p:cNvPr>
          <p:cNvSpPr/>
          <p:nvPr/>
        </p:nvSpPr>
        <p:spPr>
          <a:xfrm>
            <a:off x="1601322" y="1064854"/>
            <a:ext cx="4736238" cy="4783866"/>
          </a:xfrm>
          <a:custGeom>
            <a:avLst/>
            <a:gdLst>
              <a:gd name="connsiteX0" fmla="*/ 482345 w 4953984"/>
              <a:gd name="connsiteY0" fmla="*/ 0 h 4538546"/>
              <a:gd name="connsiteX1" fmla="*/ 415437 w 4953984"/>
              <a:gd name="connsiteY1" fmla="*/ 2854712 h 4538546"/>
              <a:gd name="connsiteX2" fmla="*/ 4953984 w 4953984"/>
              <a:gd name="connsiteY2" fmla="*/ 4538546 h 4538546"/>
              <a:gd name="connsiteX0" fmla="*/ 482345 w 6277479"/>
              <a:gd name="connsiteY0" fmla="*/ 0 h 4028920"/>
              <a:gd name="connsiteX1" fmla="*/ 415437 w 6277479"/>
              <a:gd name="connsiteY1" fmla="*/ 2854712 h 4028920"/>
              <a:gd name="connsiteX2" fmla="*/ 6277479 w 6277479"/>
              <a:gd name="connsiteY2" fmla="*/ 4028920 h 4028920"/>
              <a:gd name="connsiteX0" fmla="*/ 401809 w 6330506"/>
              <a:gd name="connsiteY0" fmla="*/ 0 h 4028920"/>
              <a:gd name="connsiteX1" fmla="*/ 468464 w 6330506"/>
              <a:gd name="connsiteY1" fmla="*/ 2854712 h 4028920"/>
              <a:gd name="connsiteX2" fmla="*/ 6330506 w 6330506"/>
              <a:gd name="connsiteY2" fmla="*/ 4028920 h 4028920"/>
              <a:gd name="connsiteX0" fmla="*/ 201950 w 6130647"/>
              <a:gd name="connsiteY0" fmla="*/ 0 h 4028920"/>
              <a:gd name="connsiteX1" fmla="*/ 268605 w 6130647"/>
              <a:gd name="connsiteY1" fmla="*/ 2854712 h 4028920"/>
              <a:gd name="connsiteX2" fmla="*/ 6130647 w 6130647"/>
              <a:gd name="connsiteY2" fmla="*/ 4028920 h 4028920"/>
              <a:gd name="connsiteX0" fmla="*/ 448901 w 6377598"/>
              <a:gd name="connsiteY0" fmla="*/ 0 h 4028920"/>
              <a:gd name="connsiteX1" fmla="*/ 515556 w 6377598"/>
              <a:gd name="connsiteY1" fmla="*/ 2854712 h 4028920"/>
              <a:gd name="connsiteX2" fmla="*/ 6377598 w 6377598"/>
              <a:gd name="connsiteY2" fmla="*/ 4028920 h 4028920"/>
              <a:gd name="connsiteX0" fmla="*/ 384520 w 6446781"/>
              <a:gd name="connsiteY0" fmla="*/ 0 h 4057767"/>
              <a:gd name="connsiteX1" fmla="*/ 584739 w 6446781"/>
              <a:gd name="connsiteY1" fmla="*/ 2883559 h 4057767"/>
              <a:gd name="connsiteX2" fmla="*/ 6446781 w 6446781"/>
              <a:gd name="connsiteY2" fmla="*/ 4057767 h 4057767"/>
              <a:gd name="connsiteX0" fmla="*/ 295341 w 6357602"/>
              <a:gd name="connsiteY0" fmla="*/ 0 h 4057767"/>
              <a:gd name="connsiteX1" fmla="*/ 495560 w 6357602"/>
              <a:gd name="connsiteY1" fmla="*/ 2883559 h 4057767"/>
              <a:gd name="connsiteX2" fmla="*/ 6357602 w 6357602"/>
              <a:gd name="connsiteY2" fmla="*/ 4057767 h 4057767"/>
              <a:gd name="connsiteX0" fmla="*/ 205033 w 6267294"/>
              <a:gd name="connsiteY0" fmla="*/ 0 h 4057767"/>
              <a:gd name="connsiteX1" fmla="*/ 611668 w 6267294"/>
              <a:gd name="connsiteY1" fmla="*/ 3200874 h 4057767"/>
              <a:gd name="connsiteX2" fmla="*/ 6267294 w 6267294"/>
              <a:gd name="connsiteY2" fmla="*/ 4057767 h 4057767"/>
              <a:gd name="connsiteX0" fmla="*/ 369782 w 6432043"/>
              <a:gd name="connsiteY0" fmla="*/ 0 h 4057767"/>
              <a:gd name="connsiteX1" fmla="*/ 436437 w 6432043"/>
              <a:gd name="connsiteY1" fmla="*/ 2922022 h 4057767"/>
              <a:gd name="connsiteX2" fmla="*/ 6432043 w 6432043"/>
              <a:gd name="connsiteY2" fmla="*/ 4057767 h 4057767"/>
              <a:gd name="connsiteX0" fmla="*/ 369782 w 4197886"/>
              <a:gd name="connsiteY0" fmla="*/ 0 h 4125076"/>
              <a:gd name="connsiteX1" fmla="*/ 436437 w 4197886"/>
              <a:gd name="connsiteY1" fmla="*/ 2922022 h 4125076"/>
              <a:gd name="connsiteX2" fmla="*/ 4197886 w 4197886"/>
              <a:gd name="connsiteY2" fmla="*/ 4125076 h 4125076"/>
              <a:gd name="connsiteX0" fmla="*/ 369782 w 5059980"/>
              <a:gd name="connsiteY0" fmla="*/ 0 h 4153922"/>
              <a:gd name="connsiteX1" fmla="*/ 436437 w 5059980"/>
              <a:gd name="connsiteY1" fmla="*/ 2922022 h 4153922"/>
              <a:gd name="connsiteX2" fmla="*/ 5059980 w 5059980"/>
              <a:gd name="connsiteY2" fmla="*/ 4153922 h 4153922"/>
              <a:gd name="connsiteX0" fmla="*/ 369782 w 5157118"/>
              <a:gd name="connsiteY0" fmla="*/ 0 h 4125075"/>
              <a:gd name="connsiteX1" fmla="*/ 436437 w 5157118"/>
              <a:gd name="connsiteY1" fmla="*/ 2922022 h 4125075"/>
              <a:gd name="connsiteX2" fmla="*/ 5157118 w 5157118"/>
              <a:gd name="connsiteY2" fmla="*/ 4125075 h 4125075"/>
              <a:gd name="connsiteX0" fmla="*/ 369782 w 5157118"/>
              <a:gd name="connsiteY0" fmla="*/ 0 h 4125075"/>
              <a:gd name="connsiteX1" fmla="*/ 436437 w 5157118"/>
              <a:gd name="connsiteY1" fmla="*/ 2922022 h 4125075"/>
              <a:gd name="connsiteX2" fmla="*/ 5157118 w 5157118"/>
              <a:gd name="connsiteY2" fmla="*/ 4125075 h 4125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57118" h="4125075">
                <a:moveTo>
                  <a:pt x="369782" y="0"/>
                </a:moveTo>
                <a:cubicBezTo>
                  <a:pt x="60826" y="1404921"/>
                  <a:pt x="-308836" y="2165598"/>
                  <a:pt x="436437" y="2922022"/>
                </a:cubicBezTo>
                <a:cubicBezTo>
                  <a:pt x="1181710" y="3678446"/>
                  <a:pt x="4618763" y="4066082"/>
                  <a:pt x="5157118" y="4125075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340A2D9-792F-DB1A-6A9C-2F416F51E582}"/>
                  </a:ext>
                </a:extLst>
              </p:cNvPr>
              <p:cNvSpPr txBox="1"/>
              <p:nvPr/>
            </p:nvSpPr>
            <p:spPr>
              <a:xfrm>
                <a:off x="1947010" y="698230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340A2D9-792F-DB1A-6A9C-2F416F51E5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7010" y="698230"/>
                <a:ext cx="60960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E1BB1FF-0F4F-3D56-15E6-09DE4E9F0802}"/>
              </a:ext>
            </a:extLst>
          </p:cNvPr>
          <p:cNvCxnSpPr>
            <a:cxnSpLocks/>
          </p:cNvCxnSpPr>
          <p:nvPr/>
        </p:nvCxnSpPr>
        <p:spPr>
          <a:xfrm flipV="1">
            <a:off x="1869163" y="4439672"/>
            <a:ext cx="0" cy="1440300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A80655D9-50FD-3F82-BE89-829CB0733C35}"/>
              </a:ext>
            </a:extLst>
          </p:cNvPr>
          <p:cNvSpPr/>
          <p:nvPr/>
        </p:nvSpPr>
        <p:spPr>
          <a:xfrm>
            <a:off x="1746088" y="4230540"/>
            <a:ext cx="246150" cy="247711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6C19792-BAC5-5581-361B-5917129090DB}"/>
              </a:ext>
            </a:extLst>
          </p:cNvPr>
          <p:cNvCxnSpPr>
            <a:cxnSpLocks/>
            <a:endCxn id="10" idx="2"/>
          </p:cNvCxnSpPr>
          <p:nvPr/>
        </p:nvCxnSpPr>
        <p:spPr>
          <a:xfrm>
            <a:off x="1326263" y="4354396"/>
            <a:ext cx="419825" cy="0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C019195-A6E2-06F1-2F94-43DFC1A02AB4}"/>
                  </a:ext>
                </a:extLst>
              </p:cNvPr>
              <p:cNvSpPr txBox="1"/>
              <p:nvPr/>
            </p:nvSpPr>
            <p:spPr>
              <a:xfrm>
                <a:off x="1536175" y="5987253"/>
                <a:ext cx="609600" cy="4057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sub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C019195-A6E2-06F1-2F94-43DFC1A02A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6175" y="5987253"/>
                <a:ext cx="609600" cy="405752"/>
              </a:xfrm>
              <a:prstGeom prst="rect">
                <a:avLst/>
              </a:prstGeom>
              <a:blipFill>
                <a:blip r:embed="rId3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C0BF1F2-0CB6-5E71-3994-6C7777DD77F8}"/>
                  </a:ext>
                </a:extLst>
              </p:cNvPr>
              <p:cNvSpPr txBox="1"/>
              <p:nvPr/>
            </p:nvSpPr>
            <p:spPr>
              <a:xfrm>
                <a:off x="685147" y="3985063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sub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C0BF1F2-0CB6-5E71-3994-6C7777DD77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147" y="3985063"/>
                <a:ext cx="609600" cy="369332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F07E148-F1B7-EF7D-5903-CA6749971985}"/>
                  </a:ext>
                </a:extLst>
              </p:cNvPr>
              <p:cNvSpPr txBox="1"/>
              <p:nvPr/>
            </p:nvSpPr>
            <p:spPr>
              <a:xfrm>
                <a:off x="2627971" y="5988700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F07E148-F1B7-EF7D-5903-CA67499719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7971" y="5988700"/>
                <a:ext cx="60960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2AC225E-0F27-6980-E9DE-0D293272220B}"/>
                  </a:ext>
                </a:extLst>
              </p:cNvPr>
              <p:cNvSpPr txBox="1"/>
              <p:nvPr/>
            </p:nvSpPr>
            <p:spPr>
              <a:xfrm>
                <a:off x="849430" y="3238508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2AC225E-0F27-6980-E9DE-0D29327222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430" y="3238508"/>
                <a:ext cx="60960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EA0E8A0-FCBD-BFF4-2F79-C3FC648D8766}"/>
              </a:ext>
            </a:extLst>
          </p:cNvPr>
          <p:cNvCxnSpPr>
            <a:cxnSpLocks/>
          </p:cNvCxnSpPr>
          <p:nvPr/>
        </p:nvCxnSpPr>
        <p:spPr>
          <a:xfrm>
            <a:off x="1335789" y="1460810"/>
            <a:ext cx="2927269" cy="4495356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Freeform 12">
            <a:extLst>
              <a:ext uri="{FF2B5EF4-FFF2-40B4-BE49-F238E27FC236}">
                <a16:creationId xmlns:a16="http://schemas.microsoft.com/office/drawing/2014/main" id="{08EC8BD2-1BD4-DC9A-1648-FE252DDDC44E}"/>
              </a:ext>
            </a:extLst>
          </p:cNvPr>
          <p:cNvSpPr/>
          <p:nvPr/>
        </p:nvSpPr>
        <p:spPr>
          <a:xfrm>
            <a:off x="3152209" y="1377369"/>
            <a:ext cx="4814296" cy="4493934"/>
          </a:xfrm>
          <a:custGeom>
            <a:avLst/>
            <a:gdLst>
              <a:gd name="connsiteX0" fmla="*/ 482345 w 4953984"/>
              <a:gd name="connsiteY0" fmla="*/ 0 h 4538546"/>
              <a:gd name="connsiteX1" fmla="*/ 415437 w 4953984"/>
              <a:gd name="connsiteY1" fmla="*/ 2854712 h 4538546"/>
              <a:gd name="connsiteX2" fmla="*/ 4953984 w 4953984"/>
              <a:gd name="connsiteY2" fmla="*/ 4538546 h 4538546"/>
              <a:gd name="connsiteX0" fmla="*/ 482345 w 6277479"/>
              <a:gd name="connsiteY0" fmla="*/ 0 h 4028920"/>
              <a:gd name="connsiteX1" fmla="*/ 415437 w 6277479"/>
              <a:gd name="connsiteY1" fmla="*/ 2854712 h 4028920"/>
              <a:gd name="connsiteX2" fmla="*/ 6277479 w 6277479"/>
              <a:gd name="connsiteY2" fmla="*/ 4028920 h 4028920"/>
              <a:gd name="connsiteX0" fmla="*/ 401809 w 6330506"/>
              <a:gd name="connsiteY0" fmla="*/ 0 h 4028920"/>
              <a:gd name="connsiteX1" fmla="*/ 468464 w 6330506"/>
              <a:gd name="connsiteY1" fmla="*/ 2854712 h 4028920"/>
              <a:gd name="connsiteX2" fmla="*/ 6330506 w 6330506"/>
              <a:gd name="connsiteY2" fmla="*/ 4028920 h 4028920"/>
              <a:gd name="connsiteX0" fmla="*/ 201950 w 6130647"/>
              <a:gd name="connsiteY0" fmla="*/ 0 h 4028920"/>
              <a:gd name="connsiteX1" fmla="*/ 268605 w 6130647"/>
              <a:gd name="connsiteY1" fmla="*/ 2854712 h 4028920"/>
              <a:gd name="connsiteX2" fmla="*/ 6130647 w 6130647"/>
              <a:gd name="connsiteY2" fmla="*/ 4028920 h 4028920"/>
              <a:gd name="connsiteX0" fmla="*/ 448901 w 6377598"/>
              <a:gd name="connsiteY0" fmla="*/ 0 h 4028920"/>
              <a:gd name="connsiteX1" fmla="*/ 515556 w 6377598"/>
              <a:gd name="connsiteY1" fmla="*/ 2854712 h 4028920"/>
              <a:gd name="connsiteX2" fmla="*/ 6377598 w 6377598"/>
              <a:gd name="connsiteY2" fmla="*/ 4028920 h 4028920"/>
              <a:gd name="connsiteX0" fmla="*/ 384520 w 6446781"/>
              <a:gd name="connsiteY0" fmla="*/ 0 h 4057767"/>
              <a:gd name="connsiteX1" fmla="*/ 584739 w 6446781"/>
              <a:gd name="connsiteY1" fmla="*/ 2883559 h 4057767"/>
              <a:gd name="connsiteX2" fmla="*/ 6446781 w 6446781"/>
              <a:gd name="connsiteY2" fmla="*/ 4057767 h 4057767"/>
              <a:gd name="connsiteX0" fmla="*/ 295341 w 6357602"/>
              <a:gd name="connsiteY0" fmla="*/ 0 h 4057767"/>
              <a:gd name="connsiteX1" fmla="*/ 495560 w 6357602"/>
              <a:gd name="connsiteY1" fmla="*/ 2883559 h 4057767"/>
              <a:gd name="connsiteX2" fmla="*/ 6357602 w 6357602"/>
              <a:gd name="connsiteY2" fmla="*/ 4057767 h 4057767"/>
              <a:gd name="connsiteX0" fmla="*/ 205033 w 6267294"/>
              <a:gd name="connsiteY0" fmla="*/ 0 h 4057767"/>
              <a:gd name="connsiteX1" fmla="*/ 611668 w 6267294"/>
              <a:gd name="connsiteY1" fmla="*/ 3200874 h 4057767"/>
              <a:gd name="connsiteX2" fmla="*/ 6267294 w 6267294"/>
              <a:gd name="connsiteY2" fmla="*/ 4057767 h 4057767"/>
              <a:gd name="connsiteX0" fmla="*/ 369782 w 6432043"/>
              <a:gd name="connsiteY0" fmla="*/ 0 h 4057767"/>
              <a:gd name="connsiteX1" fmla="*/ 436437 w 6432043"/>
              <a:gd name="connsiteY1" fmla="*/ 2922022 h 4057767"/>
              <a:gd name="connsiteX2" fmla="*/ 6432043 w 6432043"/>
              <a:gd name="connsiteY2" fmla="*/ 4057767 h 4057767"/>
              <a:gd name="connsiteX0" fmla="*/ 369782 w 4197886"/>
              <a:gd name="connsiteY0" fmla="*/ 0 h 4125076"/>
              <a:gd name="connsiteX1" fmla="*/ 436437 w 4197886"/>
              <a:gd name="connsiteY1" fmla="*/ 2922022 h 4125076"/>
              <a:gd name="connsiteX2" fmla="*/ 4197886 w 4197886"/>
              <a:gd name="connsiteY2" fmla="*/ 4125076 h 4125076"/>
              <a:gd name="connsiteX0" fmla="*/ 369782 w 5059980"/>
              <a:gd name="connsiteY0" fmla="*/ 0 h 4153922"/>
              <a:gd name="connsiteX1" fmla="*/ 436437 w 5059980"/>
              <a:gd name="connsiteY1" fmla="*/ 2922022 h 4153922"/>
              <a:gd name="connsiteX2" fmla="*/ 5059980 w 5059980"/>
              <a:gd name="connsiteY2" fmla="*/ 4153922 h 4153922"/>
              <a:gd name="connsiteX0" fmla="*/ 369782 w 5157118"/>
              <a:gd name="connsiteY0" fmla="*/ 0 h 4125075"/>
              <a:gd name="connsiteX1" fmla="*/ 436437 w 5157118"/>
              <a:gd name="connsiteY1" fmla="*/ 2922022 h 4125075"/>
              <a:gd name="connsiteX2" fmla="*/ 5157118 w 5157118"/>
              <a:gd name="connsiteY2" fmla="*/ 4125075 h 4125075"/>
              <a:gd name="connsiteX0" fmla="*/ 369782 w 5157118"/>
              <a:gd name="connsiteY0" fmla="*/ 0 h 4125075"/>
              <a:gd name="connsiteX1" fmla="*/ 436437 w 5157118"/>
              <a:gd name="connsiteY1" fmla="*/ 2922022 h 4125075"/>
              <a:gd name="connsiteX2" fmla="*/ 5157118 w 5157118"/>
              <a:gd name="connsiteY2" fmla="*/ 4125075 h 4125075"/>
              <a:gd name="connsiteX0" fmla="*/ 369782 w 5217829"/>
              <a:gd name="connsiteY0" fmla="*/ 0 h 4009688"/>
              <a:gd name="connsiteX1" fmla="*/ 436437 w 5217829"/>
              <a:gd name="connsiteY1" fmla="*/ 2922022 h 4009688"/>
              <a:gd name="connsiteX2" fmla="*/ 5217829 w 5217829"/>
              <a:gd name="connsiteY2" fmla="*/ 4009688 h 4009688"/>
              <a:gd name="connsiteX0" fmla="*/ 369782 w 5242113"/>
              <a:gd name="connsiteY0" fmla="*/ 0 h 3875070"/>
              <a:gd name="connsiteX1" fmla="*/ 436437 w 5242113"/>
              <a:gd name="connsiteY1" fmla="*/ 2922022 h 3875070"/>
              <a:gd name="connsiteX2" fmla="*/ 5242113 w 5242113"/>
              <a:gd name="connsiteY2" fmla="*/ 3875070 h 3875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42113" h="3875070">
                <a:moveTo>
                  <a:pt x="369782" y="0"/>
                </a:moveTo>
                <a:cubicBezTo>
                  <a:pt x="60826" y="1404921"/>
                  <a:pt x="-308836" y="2165598"/>
                  <a:pt x="436437" y="2922022"/>
                </a:cubicBezTo>
                <a:cubicBezTo>
                  <a:pt x="1181710" y="3678446"/>
                  <a:pt x="4703758" y="3816077"/>
                  <a:pt x="5242113" y="3875070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3F294B8-4468-9BE6-E08B-27FDA732C31E}"/>
              </a:ext>
            </a:extLst>
          </p:cNvPr>
          <p:cNvCxnSpPr>
            <a:cxnSpLocks/>
          </p:cNvCxnSpPr>
          <p:nvPr/>
        </p:nvCxnSpPr>
        <p:spPr>
          <a:xfrm flipV="1">
            <a:off x="3381025" y="4701367"/>
            <a:ext cx="0" cy="1293159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DFC2899D-D031-C4CB-DB79-371EDC94FEB8}"/>
              </a:ext>
            </a:extLst>
          </p:cNvPr>
          <p:cNvSpPr/>
          <p:nvPr/>
        </p:nvSpPr>
        <p:spPr>
          <a:xfrm>
            <a:off x="3257950" y="4492235"/>
            <a:ext cx="246150" cy="247711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EC10BFB-F27A-8A0A-C82C-76084DEBD7D4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1307210" y="4616091"/>
            <a:ext cx="1950740" cy="0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AAB62C5-913C-AA9A-48C7-7A8C4279A2AF}"/>
                  </a:ext>
                </a:extLst>
              </p:cNvPr>
              <p:cNvSpPr txBox="1"/>
              <p:nvPr/>
            </p:nvSpPr>
            <p:spPr>
              <a:xfrm>
                <a:off x="327477" y="4349856"/>
                <a:ext cx="6096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sub>
                        <m:sup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𝒏𝒆𝒘</m:t>
                          </m:r>
                        </m:sup>
                      </m:sSubSup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AAB62C5-913C-AA9A-48C7-7A8C4279A2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477" y="4349856"/>
                <a:ext cx="609600" cy="523220"/>
              </a:xfrm>
              <a:prstGeom prst="rect">
                <a:avLst/>
              </a:prstGeom>
              <a:blipFill>
                <a:blip r:embed="rId7"/>
                <a:stretch>
                  <a:fillRect l="-10204" r="-53061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DD43927-5A7B-B0C3-EBA7-7538BB194585}"/>
                  </a:ext>
                </a:extLst>
              </p:cNvPr>
              <p:cNvSpPr txBox="1"/>
              <p:nvPr/>
            </p:nvSpPr>
            <p:spPr>
              <a:xfrm>
                <a:off x="3076225" y="6087804"/>
                <a:ext cx="609600" cy="5808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sub>
                        <m:sup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𝒏𝒆𝒘</m:t>
                          </m:r>
                        </m:sup>
                      </m:sSubSup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DD43927-5A7B-B0C3-EBA7-7538BB1945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6225" y="6087804"/>
                <a:ext cx="609600" cy="580865"/>
              </a:xfrm>
              <a:prstGeom prst="rect">
                <a:avLst/>
              </a:prstGeom>
              <a:blipFill>
                <a:blip r:embed="rId8"/>
                <a:stretch>
                  <a:fillRect l="-10204" r="-51020" b="-10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FEFF2E9-21F4-B46E-D739-63CB2F301EEB}"/>
                  </a:ext>
                </a:extLst>
              </p:cNvPr>
              <p:cNvSpPr txBox="1"/>
              <p:nvPr/>
            </p:nvSpPr>
            <p:spPr>
              <a:xfrm>
                <a:off x="772907" y="1276144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FEFF2E9-21F4-B46E-D739-63CB2F301E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907" y="1276144"/>
                <a:ext cx="60960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B679DFA-2985-8922-E08F-083E0B0313E4}"/>
                  </a:ext>
                </a:extLst>
              </p:cNvPr>
              <p:cNvSpPr txBox="1"/>
              <p:nvPr/>
            </p:nvSpPr>
            <p:spPr>
              <a:xfrm>
                <a:off x="3958258" y="5999152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𝟏𝟐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B679DFA-2985-8922-E08F-083E0B0313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8258" y="5999152"/>
                <a:ext cx="609600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F69894B-E4DA-1E46-22F4-06443E6FCA51}"/>
                  </a:ext>
                </a:extLst>
              </p:cNvPr>
              <p:cNvSpPr txBox="1"/>
              <p:nvPr/>
            </p:nvSpPr>
            <p:spPr>
              <a:xfrm>
                <a:off x="3434950" y="1192703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F69894B-E4DA-1E46-22F4-06443E6FCA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4950" y="1192703"/>
                <a:ext cx="60960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37753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27EA5-C5F7-4F20-F4E4-E1F856D2F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36A43A9-7C33-5BB0-19FA-9A21EBF14B8A}"/>
              </a:ext>
            </a:extLst>
          </p:cNvPr>
          <p:cNvCxnSpPr/>
          <p:nvPr/>
        </p:nvCxnSpPr>
        <p:spPr>
          <a:xfrm>
            <a:off x="1316736" y="1873405"/>
            <a:ext cx="7559635" cy="4093605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52A7D70B-945A-307E-E1C7-7283F5D14C41}"/>
              </a:ext>
            </a:extLst>
          </p:cNvPr>
          <p:cNvGrpSpPr/>
          <p:nvPr/>
        </p:nvGrpSpPr>
        <p:grpSpPr>
          <a:xfrm>
            <a:off x="1297684" y="804672"/>
            <a:ext cx="9089136" cy="5189854"/>
            <a:chOff x="1297684" y="804672"/>
            <a:chExt cx="9089136" cy="5102352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49790503-29F5-A581-2037-5903ECB4BA34}"/>
                </a:ext>
              </a:extLst>
            </p:cNvPr>
            <p:cNvCxnSpPr/>
            <p:nvPr/>
          </p:nvCxnSpPr>
          <p:spPr>
            <a:xfrm>
              <a:off x="1316736" y="804672"/>
              <a:ext cx="0" cy="510235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D0CE5D0-2526-0DFD-4061-114A848AC1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97684" y="5879972"/>
              <a:ext cx="9089136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4747D8F-73C3-E068-8683-5DA37714550D}"/>
                  </a:ext>
                </a:extLst>
              </p:cNvPr>
              <p:cNvSpPr txBox="1"/>
              <p:nvPr/>
            </p:nvSpPr>
            <p:spPr>
              <a:xfrm rot="16200000">
                <a:off x="-560274" y="2058739"/>
                <a:ext cx="303135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/>
                  <a:t>City Wage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sub>
                    </m:sSub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4747D8F-73C3-E068-8683-5DA3771455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560274" y="2058739"/>
                <a:ext cx="3031353" cy="523220"/>
              </a:xfrm>
              <a:prstGeom prst="rect">
                <a:avLst/>
              </a:prstGeom>
              <a:blipFill>
                <a:blip r:embed="rId2"/>
                <a:stretch>
                  <a:fillRect l="-11905" r="-33333" b="-41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9D34948-B006-022B-2BAE-9B647766191F}"/>
                  </a:ext>
                </a:extLst>
              </p:cNvPr>
              <p:cNvSpPr txBox="1"/>
              <p:nvPr/>
            </p:nvSpPr>
            <p:spPr>
              <a:xfrm>
                <a:off x="6913757" y="5994526"/>
                <a:ext cx="347306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/>
                  <a:t>City Workers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b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sub>
                    </m:sSub>
                    <m:r>
                      <a:rPr lang="en-US" sz="28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b="1" dirty="0"/>
                  <a:t> 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9D34948-B006-022B-2BAE-9B64776619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3757" y="5994526"/>
                <a:ext cx="3473064" cy="523220"/>
              </a:xfrm>
              <a:prstGeom prst="rect">
                <a:avLst/>
              </a:prstGeom>
              <a:blipFill>
                <a:blip r:embed="rId3"/>
                <a:stretch>
                  <a:fillRect l="-3650" t="-9302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98511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1754959-6E05-3BFD-BF54-4E748EEDBE00}"/>
              </a:ext>
            </a:extLst>
          </p:cNvPr>
          <p:cNvCxnSpPr/>
          <p:nvPr/>
        </p:nvCxnSpPr>
        <p:spPr>
          <a:xfrm>
            <a:off x="1316736" y="1873405"/>
            <a:ext cx="7559635" cy="4093605"/>
          </a:xfrm>
          <a:prstGeom prst="line">
            <a:avLst/>
          </a:prstGeom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4B8CE734-5C81-2E0E-E82B-9BA3F610BA7F}"/>
              </a:ext>
            </a:extLst>
          </p:cNvPr>
          <p:cNvGrpSpPr/>
          <p:nvPr/>
        </p:nvGrpSpPr>
        <p:grpSpPr>
          <a:xfrm>
            <a:off x="1297684" y="804672"/>
            <a:ext cx="9089136" cy="5189854"/>
            <a:chOff x="1297684" y="804672"/>
            <a:chExt cx="9089136" cy="5102352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D64DE1C1-90E9-EDAC-7650-91D8D31E8BCC}"/>
                </a:ext>
              </a:extLst>
            </p:cNvPr>
            <p:cNvCxnSpPr/>
            <p:nvPr/>
          </p:nvCxnSpPr>
          <p:spPr>
            <a:xfrm>
              <a:off x="1316736" y="804672"/>
              <a:ext cx="0" cy="510235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CFF1FFE6-3E25-4C97-F1A6-02C6E6F076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97684" y="5879972"/>
              <a:ext cx="9089136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FC8ECAE-A9B5-03FB-159D-652F596ABBBD}"/>
                  </a:ext>
                </a:extLst>
              </p:cNvPr>
              <p:cNvSpPr txBox="1"/>
              <p:nvPr/>
            </p:nvSpPr>
            <p:spPr>
              <a:xfrm rot="16200000">
                <a:off x="-560274" y="2058739"/>
                <a:ext cx="303135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/>
                  <a:t>Rural Wage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FC8ECAE-A9B5-03FB-159D-652F596ABB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560274" y="2058739"/>
                <a:ext cx="3031353" cy="523220"/>
              </a:xfrm>
              <a:prstGeom prst="rect">
                <a:avLst/>
              </a:prstGeom>
              <a:blipFill>
                <a:blip r:embed="rId2"/>
                <a:stretch>
                  <a:fillRect l="-11905" r="-33333" b="-41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8B96639-2CD5-E7D6-ECFC-81458FD31908}"/>
                  </a:ext>
                </a:extLst>
              </p:cNvPr>
              <p:cNvSpPr txBox="1"/>
              <p:nvPr/>
            </p:nvSpPr>
            <p:spPr>
              <a:xfrm>
                <a:off x="6913757" y="5994526"/>
                <a:ext cx="347306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/>
                  <a:t>Rural Workers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b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  <m:r>
                      <a:rPr lang="en-US" sz="28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b="1" dirty="0"/>
                  <a:t> 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8B96639-2CD5-E7D6-ECFC-81458FD319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3757" y="5994526"/>
                <a:ext cx="3473064" cy="523220"/>
              </a:xfrm>
              <a:prstGeom prst="rect">
                <a:avLst/>
              </a:prstGeom>
              <a:blipFill>
                <a:blip r:embed="rId3"/>
                <a:stretch>
                  <a:fillRect l="-3650" t="-9302" r="-730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2855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B151C-6E06-7941-88E4-638434F97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58882AE-8772-DB7C-B246-11AAFB33F689}"/>
              </a:ext>
            </a:extLst>
          </p:cNvPr>
          <p:cNvCxnSpPr>
            <a:cxnSpLocks/>
          </p:cNvCxnSpPr>
          <p:nvPr/>
        </p:nvCxnSpPr>
        <p:spPr>
          <a:xfrm flipH="1">
            <a:off x="1316736" y="1137424"/>
            <a:ext cx="9044957" cy="4829586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E7235DF-CC31-521A-FBF2-A8F48DB28D54}"/>
              </a:ext>
            </a:extLst>
          </p:cNvPr>
          <p:cNvCxnSpPr>
            <a:cxnSpLocks/>
          </p:cNvCxnSpPr>
          <p:nvPr/>
        </p:nvCxnSpPr>
        <p:spPr>
          <a:xfrm>
            <a:off x="1316736" y="1873405"/>
            <a:ext cx="9044957" cy="4093605"/>
          </a:xfrm>
          <a:prstGeom prst="line">
            <a:avLst/>
          </a:prstGeom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AA2C8D4-747F-679B-F212-44621B4ED24A}"/>
                  </a:ext>
                </a:extLst>
              </p:cNvPr>
              <p:cNvSpPr txBox="1"/>
              <p:nvPr/>
            </p:nvSpPr>
            <p:spPr>
              <a:xfrm rot="16200000">
                <a:off x="-560274" y="2058739"/>
                <a:ext cx="303135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/>
                  <a:t>Rural Wage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AA2C8D4-747F-679B-F212-44621B4ED2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560274" y="2058739"/>
                <a:ext cx="3031353" cy="523220"/>
              </a:xfrm>
              <a:prstGeom prst="rect">
                <a:avLst/>
              </a:prstGeom>
              <a:blipFill>
                <a:blip r:embed="rId2"/>
                <a:stretch>
                  <a:fillRect l="-11905" r="-33333" b="-41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0E83CF59-C142-1E93-6168-69ECF08A5C0D}"/>
              </a:ext>
            </a:extLst>
          </p:cNvPr>
          <p:cNvSpPr txBox="1"/>
          <p:nvPr/>
        </p:nvSpPr>
        <p:spPr>
          <a:xfrm>
            <a:off x="5600753" y="6334780"/>
            <a:ext cx="4578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1EA9859-90B6-20F4-E955-5F64DEE8C5BD}"/>
              </a:ext>
            </a:extLst>
          </p:cNvPr>
          <p:cNvGrpSpPr/>
          <p:nvPr/>
        </p:nvGrpSpPr>
        <p:grpSpPr>
          <a:xfrm>
            <a:off x="1297684" y="800960"/>
            <a:ext cx="9089136" cy="5193566"/>
            <a:chOff x="1297684" y="800960"/>
            <a:chExt cx="9089136" cy="5193566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ECF1C629-75AB-C446-883E-F6593A33FFC4}"/>
                </a:ext>
              </a:extLst>
            </p:cNvPr>
            <p:cNvCxnSpPr/>
            <p:nvPr/>
          </p:nvCxnSpPr>
          <p:spPr>
            <a:xfrm>
              <a:off x="1316736" y="804672"/>
              <a:ext cx="0" cy="5189854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B6B1982-76F9-CA82-4A11-7CFA7F3C3B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97684" y="5967010"/>
              <a:ext cx="9089136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932EF73-2F42-D461-0C42-D7DFD1D977C9}"/>
                </a:ext>
              </a:extLst>
            </p:cNvPr>
            <p:cNvCxnSpPr/>
            <p:nvPr/>
          </p:nvCxnSpPr>
          <p:spPr>
            <a:xfrm>
              <a:off x="10361693" y="800960"/>
              <a:ext cx="0" cy="5189854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Right Brace 20">
            <a:extLst>
              <a:ext uri="{FF2B5EF4-FFF2-40B4-BE49-F238E27FC236}">
                <a16:creationId xmlns:a16="http://schemas.microsoft.com/office/drawing/2014/main" id="{5A8DD933-F5DB-C9C7-D77B-87835A95267C}"/>
              </a:ext>
            </a:extLst>
          </p:cNvPr>
          <p:cNvSpPr/>
          <p:nvPr/>
        </p:nvSpPr>
        <p:spPr>
          <a:xfrm rot="5400000">
            <a:off x="5651264" y="1666295"/>
            <a:ext cx="356839" cy="9063999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4B1DF0F-D7A8-A00E-18F4-B64439FAD56B}"/>
                  </a:ext>
                </a:extLst>
              </p:cNvPr>
              <p:cNvSpPr txBox="1"/>
              <p:nvPr/>
            </p:nvSpPr>
            <p:spPr>
              <a:xfrm rot="5400000">
                <a:off x="9207349" y="2391491"/>
                <a:ext cx="303135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/>
                  <a:t>City Wage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sub>
                    </m:sSub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4B1DF0F-D7A8-A00E-18F4-B64439FAD5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9207349" y="2391491"/>
                <a:ext cx="3031353" cy="523220"/>
              </a:xfrm>
              <a:prstGeom prst="rect">
                <a:avLst/>
              </a:prstGeom>
              <a:blipFill>
                <a:blip r:embed="rId3"/>
                <a:stretch>
                  <a:fillRect l="-30952" t="-4167" r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77787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1A083-92B9-E955-4E24-B55239335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0323E96-1EA4-8D5E-CCA4-E4F0C1C1E5E7}"/>
              </a:ext>
            </a:extLst>
          </p:cNvPr>
          <p:cNvCxnSpPr>
            <a:cxnSpLocks/>
          </p:cNvCxnSpPr>
          <p:nvPr/>
        </p:nvCxnSpPr>
        <p:spPr>
          <a:xfrm flipH="1">
            <a:off x="915292" y="1012361"/>
            <a:ext cx="9044957" cy="4829586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CC4604A-7F21-44FF-1C70-83D872D87FB3}"/>
              </a:ext>
            </a:extLst>
          </p:cNvPr>
          <p:cNvCxnSpPr>
            <a:cxnSpLocks/>
          </p:cNvCxnSpPr>
          <p:nvPr/>
        </p:nvCxnSpPr>
        <p:spPr>
          <a:xfrm>
            <a:off x="915292" y="1748342"/>
            <a:ext cx="9044957" cy="4093605"/>
          </a:xfrm>
          <a:prstGeom prst="line">
            <a:avLst/>
          </a:prstGeom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CACB442-45A5-C5F6-8277-8995D8B02740}"/>
                  </a:ext>
                </a:extLst>
              </p:cNvPr>
              <p:cNvSpPr txBox="1"/>
              <p:nvPr/>
            </p:nvSpPr>
            <p:spPr>
              <a:xfrm>
                <a:off x="229531" y="213001"/>
                <a:ext cx="66063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</m:sSub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CACB442-45A5-C5F6-8277-8995D8B027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531" y="213001"/>
                <a:ext cx="660635" cy="523220"/>
              </a:xfrm>
              <a:prstGeom prst="rect">
                <a:avLst/>
              </a:prstGeom>
              <a:blipFill>
                <a:blip r:embed="rId2"/>
                <a:stretch>
                  <a:fillRect b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74C977EC-026B-40D4-241C-0CDA8CF5DFC6}"/>
              </a:ext>
            </a:extLst>
          </p:cNvPr>
          <p:cNvGrpSpPr/>
          <p:nvPr/>
        </p:nvGrpSpPr>
        <p:grpSpPr>
          <a:xfrm>
            <a:off x="896240" y="675897"/>
            <a:ext cx="9089136" cy="5193566"/>
            <a:chOff x="1297684" y="800960"/>
            <a:chExt cx="9089136" cy="5193566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BBEA90C-63BC-F639-F10A-2099A994843D}"/>
                </a:ext>
              </a:extLst>
            </p:cNvPr>
            <p:cNvCxnSpPr/>
            <p:nvPr/>
          </p:nvCxnSpPr>
          <p:spPr>
            <a:xfrm>
              <a:off x="1316736" y="804672"/>
              <a:ext cx="0" cy="5189854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B3555B2-0408-156B-0084-B7EDEBE96B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97684" y="5967010"/>
              <a:ext cx="9089136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7E7B57F-496B-D1C2-F3B6-D68998A3DAE0}"/>
                </a:ext>
              </a:extLst>
            </p:cNvPr>
            <p:cNvCxnSpPr/>
            <p:nvPr/>
          </p:nvCxnSpPr>
          <p:spPr>
            <a:xfrm>
              <a:off x="10361693" y="800960"/>
              <a:ext cx="0" cy="5189854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0A6F3D4-4B6A-C419-61AA-F219F5AC16C5}"/>
                  </a:ext>
                </a:extLst>
              </p:cNvPr>
              <p:cNvSpPr txBox="1"/>
              <p:nvPr/>
            </p:nvSpPr>
            <p:spPr>
              <a:xfrm>
                <a:off x="9742608" y="213001"/>
                <a:ext cx="112921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sub>
                      </m:sSub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0A6F3D4-4B6A-C419-61AA-F219F5AC16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2608" y="213001"/>
                <a:ext cx="1129218" cy="523220"/>
              </a:xfrm>
              <a:prstGeom prst="rect">
                <a:avLst/>
              </a:prstGeom>
              <a:blipFill>
                <a:blip r:embed="rId3"/>
                <a:stretch>
                  <a:fillRect b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4E7C406-3897-1759-7B43-3616806B5298}"/>
              </a:ext>
            </a:extLst>
          </p:cNvPr>
          <p:cNvCxnSpPr>
            <a:cxnSpLocks/>
          </p:cNvCxnSpPr>
          <p:nvPr/>
        </p:nvCxnSpPr>
        <p:spPr>
          <a:xfrm flipV="1">
            <a:off x="8251901" y="2062063"/>
            <a:ext cx="0" cy="3779884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9E8F1852-298E-559B-E4E0-851D2D373160}"/>
              </a:ext>
            </a:extLst>
          </p:cNvPr>
          <p:cNvSpPr/>
          <p:nvPr/>
        </p:nvSpPr>
        <p:spPr>
          <a:xfrm>
            <a:off x="8128826" y="1852931"/>
            <a:ext cx="246150" cy="247711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D0AB3D7-3812-8975-D4A1-5FB4037D8E92}"/>
              </a:ext>
            </a:extLst>
          </p:cNvPr>
          <p:cNvCxnSpPr>
            <a:cxnSpLocks/>
          </p:cNvCxnSpPr>
          <p:nvPr/>
        </p:nvCxnSpPr>
        <p:spPr>
          <a:xfrm>
            <a:off x="8374976" y="1976787"/>
            <a:ext cx="1585262" cy="0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2B03564-13CB-68A9-D10C-E1DD8B6CE3B0}"/>
                  </a:ext>
                </a:extLst>
              </p:cNvPr>
              <p:cNvSpPr txBox="1"/>
              <p:nvPr/>
            </p:nvSpPr>
            <p:spPr>
              <a:xfrm>
                <a:off x="8877139" y="6325034"/>
                <a:ext cx="457859" cy="5329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p>
                          <m: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sup>
                      </m:sSup>
                    </m:oMath>
                  </m:oMathPara>
                </a14:m>
                <a:endParaRPr lang="en-US" sz="28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2B03564-13CB-68A9-D10C-E1DD8B6CE3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7139" y="6325034"/>
                <a:ext cx="457859" cy="532966"/>
              </a:xfrm>
              <a:prstGeom prst="rect">
                <a:avLst/>
              </a:prstGeom>
              <a:blipFill>
                <a:blip r:embed="rId4"/>
                <a:stretch>
                  <a:fillRect l="-5405" r="-216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ight Brace 16">
            <a:extLst>
              <a:ext uri="{FF2B5EF4-FFF2-40B4-BE49-F238E27FC236}">
                <a16:creationId xmlns:a16="http://schemas.microsoft.com/office/drawing/2014/main" id="{A9605EEB-8962-9EB3-2CCE-DEBF8AC612B4}"/>
              </a:ext>
            </a:extLst>
          </p:cNvPr>
          <p:cNvSpPr/>
          <p:nvPr/>
        </p:nvSpPr>
        <p:spPr>
          <a:xfrm rot="5400000">
            <a:off x="8927650" y="5219063"/>
            <a:ext cx="356839" cy="1708337"/>
          </a:xfrm>
          <a:prstGeom prst="rightBrac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3F9FB13-BCDD-6E80-2F94-52A6D664B25C}"/>
                  </a:ext>
                </a:extLst>
              </p:cNvPr>
              <p:cNvSpPr txBox="1"/>
              <p:nvPr/>
            </p:nvSpPr>
            <p:spPr>
              <a:xfrm>
                <a:off x="9742608" y="1748341"/>
                <a:ext cx="112921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8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acc>
                        </m:e>
                        <m:sub>
                          <m: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3F9FB13-BCDD-6E80-2F94-52A6D664B2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2608" y="1748341"/>
                <a:ext cx="1129218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BB125463-65E7-3E58-0954-59F1BD526FE6}"/>
              </a:ext>
            </a:extLst>
          </p:cNvPr>
          <p:cNvSpPr txBox="1"/>
          <p:nvPr/>
        </p:nvSpPr>
        <p:spPr>
          <a:xfrm>
            <a:off x="10656762" y="1317453"/>
            <a:ext cx="134170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(Fixed City Wage)</a:t>
            </a:r>
          </a:p>
        </p:txBody>
      </p:sp>
    </p:spTree>
    <p:extLst>
      <p:ext uri="{BB962C8B-B14F-4D97-AF65-F5344CB8AC3E}">
        <p14:creationId xmlns:p14="http://schemas.microsoft.com/office/powerpoint/2010/main" val="25071470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7DF1E-B84E-A511-DA9A-579086A03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994DE21-DCA5-473A-C37F-BDDB3A2F200B}"/>
              </a:ext>
            </a:extLst>
          </p:cNvPr>
          <p:cNvCxnSpPr>
            <a:cxnSpLocks/>
          </p:cNvCxnSpPr>
          <p:nvPr/>
        </p:nvCxnSpPr>
        <p:spPr>
          <a:xfrm flipH="1">
            <a:off x="915292" y="1012361"/>
            <a:ext cx="9044957" cy="4829586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42BB45B-FF30-CCB7-7EB7-D72B273EDE94}"/>
              </a:ext>
            </a:extLst>
          </p:cNvPr>
          <p:cNvCxnSpPr>
            <a:cxnSpLocks/>
          </p:cNvCxnSpPr>
          <p:nvPr/>
        </p:nvCxnSpPr>
        <p:spPr>
          <a:xfrm>
            <a:off x="915292" y="1748342"/>
            <a:ext cx="9044957" cy="4093605"/>
          </a:xfrm>
          <a:prstGeom prst="line">
            <a:avLst/>
          </a:prstGeom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5F6D5CF-BF37-AD9F-DCE2-19CA20EED561}"/>
                  </a:ext>
                </a:extLst>
              </p:cNvPr>
              <p:cNvSpPr txBox="1"/>
              <p:nvPr/>
            </p:nvSpPr>
            <p:spPr>
              <a:xfrm>
                <a:off x="229531" y="213001"/>
                <a:ext cx="66063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</m:sSub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5F6D5CF-BF37-AD9F-DCE2-19CA20EED5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531" y="213001"/>
                <a:ext cx="660635" cy="523220"/>
              </a:xfrm>
              <a:prstGeom prst="rect">
                <a:avLst/>
              </a:prstGeom>
              <a:blipFill>
                <a:blip r:embed="rId2"/>
                <a:stretch>
                  <a:fillRect b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DEFD1AD-D787-94B6-24C9-7B854F89D57A}"/>
                  </a:ext>
                </a:extLst>
              </p:cNvPr>
              <p:cNvSpPr txBox="1"/>
              <p:nvPr/>
            </p:nvSpPr>
            <p:spPr>
              <a:xfrm>
                <a:off x="8877139" y="6325034"/>
                <a:ext cx="457859" cy="5329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p>
                          <m: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sup>
                      </m:sSup>
                    </m:oMath>
                  </m:oMathPara>
                </a14:m>
                <a:endParaRPr lang="en-US" sz="28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DEFD1AD-D787-94B6-24C9-7B854F89D5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7139" y="6325034"/>
                <a:ext cx="457859" cy="532966"/>
              </a:xfrm>
              <a:prstGeom prst="rect">
                <a:avLst/>
              </a:prstGeom>
              <a:blipFill>
                <a:blip r:embed="rId3"/>
                <a:stretch>
                  <a:fillRect l="-5405" r="-216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569C460E-6528-E917-A975-36E5EFA8B862}"/>
              </a:ext>
            </a:extLst>
          </p:cNvPr>
          <p:cNvGrpSpPr/>
          <p:nvPr/>
        </p:nvGrpSpPr>
        <p:grpSpPr>
          <a:xfrm>
            <a:off x="896240" y="675897"/>
            <a:ext cx="9089136" cy="5193566"/>
            <a:chOff x="1297684" y="800960"/>
            <a:chExt cx="9089136" cy="5193566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E807566-9EAE-BD65-BE29-311A3DC71112}"/>
                </a:ext>
              </a:extLst>
            </p:cNvPr>
            <p:cNvCxnSpPr/>
            <p:nvPr/>
          </p:nvCxnSpPr>
          <p:spPr>
            <a:xfrm>
              <a:off x="1316736" y="804672"/>
              <a:ext cx="0" cy="5189854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F8FE692-B270-42B5-B22D-DD679689D1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97684" y="5967010"/>
              <a:ext cx="9089136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7BB6494-9AF6-EA53-9377-E920DBB87299}"/>
                </a:ext>
              </a:extLst>
            </p:cNvPr>
            <p:cNvCxnSpPr/>
            <p:nvPr/>
          </p:nvCxnSpPr>
          <p:spPr>
            <a:xfrm>
              <a:off x="10361693" y="800960"/>
              <a:ext cx="0" cy="5189854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Right Brace 20">
            <a:extLst>
              <a:ext uri="{FF2B5EF4-FFF2-40B4-BE49-F238E27FC236}">
                <a16:creationId xmlns:a16="http://schemas.microsoft.com/office/drawing/2014/main" id="{9C57B996-AC63-D4E2-A29E-3B8D8D3DD8DA}"/>
              </a:ext>
            </a:extLst>
          </p:cNvPr>
          <p:cNvSpPr/>
          <p:nvPr/>
        </p:nvSpPr>
        <p:spPr>
          <a:xfrm rot="5400000">
            <a:off x="8927650" y="5219063"/>
            <a:ext cx="356839" cy="1708337"/>
          </a:xfrm>
          <a:prstGeom prst="rightBrac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81D31E2-130E-E360-6076-04AE62D7E962}"/>
                  </a:ext>
                </a:extLst>
              </p:cNvPr>
              <p:cNvSpPr txBox="1"/>
              <p:nvPr/>
            </p:nvSpPr>
            <p:spPr>
              <a:xfrm>
                <a:off x="9742608" y="213001"/>
                <a:ext cx="112921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sub>
                      </m:sSub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81D31E2-130E-E360-6076-04AE62D7E9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2608" y="213001"/>
                <a:ext cx="1129218" cy="523220"/>
              </a:xfrm>
              <a:prstGeom prst="rect">
                <a:avLst/>
              </a:prstGeom>
              <a:blipFill>
                <a:blip r:embed="rId4"/>
                <a:stretch>
                  <a:fillRect b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AA633E2-D099-5C0D-D2F2-A469888C4A41}"/>
                  </a:ext>
                </a:extLst>
              </p:cNvPr>
              <p:cNvSpPr txBox="1"/>
              <p:nvPr/>
            </p:nvSpPr>
            <p:spPr>
              <a:xfrm>
                <a:off x="9742608" y="1748341"/>
                <a:ext cx="112921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8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acc>
                        </m:e>
                        <m:sub>
                          <m: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AA633E2-D099-5C0D-D2F2-A469888C4A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2608" y="1748341"/>
                <a:ext cx="1129218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7FBCC604-7F42-B58C-29EF-4531C42A6E4A}"/>
              </a:ext>
            </a:extLst>
          </p:cNvPr>
          <p:cNvSpPr txBox="1"/>
          <p:nvPr/>
        </p:nvSpPr>
        <p:spPr>
          <a:xfrm>
            <a:off x="10656762" y="1317453"/>
            <a:ext cx="134170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(Fixed City Wage)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7BDBA22-0D55-641A-A257-DA847F1BF220}"/>
              </a:ext>
            </a:extLst>
          </p:cNvPr>
          <p:cNvCxnSpPr>
            <a:cxnSpLocks/>
          </p:cNvCxnSpPr>
          <p:nvPr/>
        </p:nvCxnSpPr>
        <p:spPr>
          <a:xfrm flipV="1">
            <a:off x="8251901" y="2062063"/>
            <a:ext cx="0" cy="3779884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6E40A27B-977F-3535-7826-9BC29A84DFF1}"/>
              </a:ext>
            </a:extLst>
          </p:cNvPr>
          <p:cNvSpPr/>
          <p:nvPr/>
        </p:nvSpPr>
        <p:spPr>
          <a:xfrm>
            <a:off x="8128826" y="1852931"/>
            <a:ext cx="246150" cy="247711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FC4670D-B4B8-6034-DCF3-4E8635F32C35}"/>
              </a:ext>
            </a:extLst>
          </p:cNvPr>
          <p:cNvCxnSpPr>
            <a:cxnSpLocks/>
          </p:cNvCxnSpPr>
          <p:nvPr/>
        </p:nvCxnSpPr>
        <p:spPr>
          <a:xfrm>
            <a:off x="8374976" y="1976787"/>
            <a:ext cx="1585262" cy="0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ight Brace 10">
            <a:extLst>
              <a:ext uri="{FF2B5EF4-FFF2-40B4-BE49-F238E27FC236}">
                <a16:creationId xmlns:a16="http://schemas.microsoft.com/office/drawing/2014/main" id="{C4E4E811-79C5-04C6-E7CE-03F53AB2FB2A}"/>
              </a:ext>
            </a:extLst>
          </p:cNvPr>
          <p:cNvSpPr/>
          <p:nvPr/>
        </p:nvSpPr>
        <p:spPr>
          <a:xfrm rot="5400000">
            <a:off x="4343639" y="2466464"/>
            <a:ext cx="356839" cy="7213534"/>
          </a:xfrm>
          <a:prstGeom prst="rightBrace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237013F-4A72-CAF1-3F5B-725FAC223886}"/>
                  </a:ext>
                </a:extLst>
              </p:cNvPr>
              <p:cNvSpPr txBox="1"/>
              <p:nvPr/>
            </p:nvSpPr>
            <p:spPr>
              <a:xfrm>
                <a:off x="4293128" y="6251651"/>
                <a:ext cx="457859" cy="5309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1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p>
                          <m:r>
                            <a:rPr lang="en-US" sz="2800" b="1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sup>
                      </m:sSup>
                    </m:oMath>
                  </m:oMathPara>
                </a14:m>
                <a:endParaRPr lang="en-US" sz="2800" b="1" dirty="0">
                  <a:solidFill>
                    <a:schemeClr val="tx2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237013F-4A72-CAF1-3F5B-725FAC2238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3128" y="6251651"/>
                <a:ext cx="457859" cy="530915"/>
              </a:xfrm>
              <a:prstGeom prst="rect">
                <a:avLst/>
              </a:prstGeom>
              <a:blipFill>
                <a:blip r:embed="rId6"/>
                <a:stretch>
                  <a:fillRect l="-5405" r="-243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FB71E19-BD00-9E0F-653B-6FA6AF14F996}"/>
                  </a:ext>
                </a:extLst>
              </p:cNvPr>
              <p:cNvSpPr txBox="1"/>
              <p:nvPr/>
            </p:nvSpPr>
            <p:spPr>
              <a:xfrm>
                <a:off x="1984325" y="978424"/>
                <a:ext cx="5109151" cy="5329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>
                    <a:solidFill>
                      <a:schemeClr val="tx1"/>
                    </a:solidFill>
                  </a:rPr>
                  <a:t>Where: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  <m:r>
                          <a:rPr lang="en-US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p>
                        <m:r>
                          <a:rPr lang="en-US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sup>
                    </m:sSup>
                    <m:r>
                      <a:rPr lang="en-US" sz="28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800" b="1" i="1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p>
                        <m:r>
                          <a:rPr lang="en-US" sz="2800" b="1" i="1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sup>
                    </m:sSup>
                  </m:oMath>
                </a14:m>
                <a:endParaRPr lang="en-US" sz="28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FB71E19-BD00-9E0F-653B-6FA6AF14F9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4325" y="978424"/>
                <a:ext cx="5109151" cy="532966"/>
              </a:xfrm>
              <a:prstGeom prst="rect">
                <a:avLst/>
              </a:prstGeom>
              <a:blipFill>
                <a:blip r:embed="rId7"/>
                <a:stretch>
                  <a:fillRect l="-2481" t="-11628" b="-302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85819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A35CD-A0EE-1842-90AF-D3F4C0976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8">
            <a:extLst>
              <a:ext uri="{FF2B5EF4-FFF2-40B4-BE49-F238E27FC236}">
                <a16:creationId xmlns:a16="http://schemas.microsoft.com/office/drawing/2014/main" id="{7C09813F-48A4-D05D-0B3B-83DBEA7DAB21}"/>
              </a:ext>
            </a:extLst>
          </p:cNvPr>
          <p:cNvSpPr/>
          <p:nvPr/>
        </p:nvSpPr>
        <p:spPr>
          <a:xfrm>
            <a:off x="934345" y="1897574"/>
            <a:ext cx="7285820" cy="1838085"/>
          </a:xfrm>
          <a:custGeom>
            <a:avLst/>
            <a:gdLst>
              <a:gd name="connsiteX0" fmla="*/ 7058722 w 7058722"/>
              <a:gd name="connsiteY0" fmla="*/ 0 h 2011793"/>
              <a:gd name="connsiteX1" fmla="*/ 2854712 w 7058722"/>
              <a:gd name="connsiteY1" fmla="*/ 1817649 h 2011793"/>
              <a:gd name="connsiteX2" fmla="*/ 0 w 7058722"/>
              <a:gd name="connsiteY2" fmla="*/ 1873405 h 2011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58722" h="2011793">
                <a:moveTo>
                  <a:pt x="7058722" y="0"/>
                </a:moveTo>
                <a:cubicBezTo>
                  <a:pt x="5544944" y="752707"/>
                  <a:pt x="4031166" y="1505415"/>
                  <a:pt x="2854712" y="1817649"/>
                </a:cubicBezTo>
                <a:cubicBezTo>
                  <a:pt x="1678258" y="2129883"/>
                  <a:pt x="839129" y="2001644"/>
                  <a:pt x="0" y="1873405"/>
                </a:cubicBezTo>
              </a:path>
            </a:pathLst>
          </a:custGeom>
          <a:noFill/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7F2DACD-FB68-9C50-213C-13963ADDE41B}"/>
              </a:ext>
            </a:extLst>
          </p:cNvPr>
          <p:cNvCxnSpPr>
            <a:cxnSpLocks/>
          </p:cNvCxnSpPr>
          <p:nvPr/>
        </p:nvCxnSpPr>
        <p:spPr>
          <a:xfrm flipH="1">
            <a:off x="915292" y="1012361"/>
            <a:ext cx="9044957" cy="4829586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1E2F544-56F8-7526-30C9-B17B104732FB}"/>
              </a:ext>
            </a:extLst>
          </p:cNvPr>
          <p:cNvCxnSpPr>
            <a:cxnSpLocks/>
          </p:cNvCxnSpPr>
          <p:nvPr/>
        </p:nvCxnSpPr>
        <p:spPr>
          <a:xfrm>
            <a:off x="915292" y="1748342"/>
            <a:ext cx="9044957" cy="4093605"/>
          </a:xfrm>
          <a:prstGeom prst="line">
            <a:avLst/>
          </a:prstGeom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9087EA4-AFA1-3BE5-92CD-BEE15B3A5C8D}"/>
                  </a:ext>
                </a:extLst>
              </p:cNvPr>
              <p:cNvSpPr txBox="1"/>
              <p:nvPr/>
            </p:nvSpPr>
            <p:spPr>
              <a:xfrm>
                <a:off x="229531" y="213001"/>
                <a:ext cx="66063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</m:sSub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9087EA4-AFA1-3BE5-92CD-BEE15B3A5C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531" y="213001"/>
                <a:ext cx="660635" cy="523220"/>
              </a:xfrm>
              <a:prstGeom prst="rect">
                <a:avLst/>
              </a:prstGeom>
              <a:blipFill>
                <a:blip r:embed="rId2"/>
                <a:stretch>
                  <a:fillRect b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E70E012-2231-1162-3463-EAE88E870217}"/>
                  </a:ext>
                </a:extLst>
              </p:cNvPr>
              <p:cNvSpPr txBox="1"/>
              <p:nvPr/>
            </p:nvSpPr>
            <p:spPr>
              <a:xfrm>
                <a:off x="8877139" y="6325034"/>
                <a:ext cx="457859" cy="5329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p>
                          <m: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sup>
                      </m:sSup>
                    </m:oMath>
                  </m:oMathPara>
                </a14:m>
                <a:endParaRPr lang="en-US" sz="28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E70E012-2231-1162-3463-EAE88E8702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7139" y="6325034"/>
                <a:ext cx="457859" cy="532966"/>
              </a:xfrm>
              <a:prstGeom prst="rect">
                <a:avLst/>
              </a:prstGeom>
              <a:blipFill>
                <a:blip r:embed="rId3"/>
                <a:stretch>
                  <a:fillRect l="-5405" r="-216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7840BAD4-E1E8-4277-1B87-8D9D6C9F5D7D}"/>
              </a:ext>
            </a:extLst>
          </p:cNvPr>
          <p:cNvGrpSpPr/>
          <p:nvPr/>
        </p:nvGrpSpPr>
        <p:grpSpPr>
          <a:xfrm>
            <a:off x="896240" y="675897"/>
            <a:ext cx="9089136" cy="5193566"/>
            <a:chOff x="1297684" y="800960"/>
            <a:chExt cx="9089136" cy="5193566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7079D019-56A3-39A2-AB01-8FBD484EE792}"/>
                </a:ext>
              </a:extLst>
            </p:cNvPr>
            <p:cNvCxnSpPr/>
            <p:nvPr/>
          </p:nvCxnSpPr>
          <p:spPr>
            <a:xfrm>
              <a:off x="1316736" y="804672"/>
              <a:ext cx="0" cy="5189854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507177EB-4645-2767-9A98-703D668CBE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97684" y="5967010"/>
              <a:ext cx="9089136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D287522-6143-90D6-B44C-8E9373F8479A}"/>
                </a:ext>
              </a:extLst>
            </p:cNvPr>
            <p:cNvCxnSpPr/>
            <p:nvPr/>
          </p:nvCxnSpPr>
          <p:spPr>
            <a:xfrm>
              <a:off x="10361693" y="800960"/>
              <a:ext cx="0" cy="5189854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Right Brace 20">
            <a:extLst>
              <a:ext uri="{FF2B5EF4-FFF2-40B4-BE49-F238E27FC236}">
                <a16:creationId xmlns:a16="http://schemas.microsoft.com/office/drawing/2014/main" id="{AC00F0F8-9FBE-B2EB-CA35-8943F9230BD7}"/>
              </a:ext>
            </a:extLst>
          </p:cNvPr>
          <p:cNvSpPr/>
          <p:nvPr/>
        </p:nvSpPr>
        <p:spPr>
          <a:xfrm rot="5400000">
            <a:off x="8927650" y="5219063"/>
            <a:ext cx="356839" cy="1708337"/>
          </a:xfrm>
          <a:prstGeom prst="rightBrac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BE7878D-FADE-2D7F-34B4-A81EAF19A322}"/>
                  </a:ext>
                </a:extLst>
              </p:cNvPr>
              <p:cNvSpPr txBox="1"/>
              <p:nvPr/>
            </p:nvSpPr>
            <p:spPr>
              <a:xfrm>
                <a:off x="9742608" y="213001"/>
                <a:ext cx="112921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sub>
                      </m:sSub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BE7878D-FADE-2D7F-34B4-A81EAF19A3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2608" y="213001"/>
                <a:ext cx="1129218" cy="523220"/>
              </a:xfrm>
              <a:prstGeom prst="rect">
                <a:avLst/>
              </a:prstGeom>
              <a:blipFill>
                <a:blip r:embed="rId4"/>
                <a:stretch>
                  <a:fillRect b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AD64D83-AF8F-5453-5C32-D384375B585E}"/>
                  </a:ext>
                </a:extLst>
              </p:cNvPr>
              <p:cNvSpPr txBox="1"/>
              <p:nvPr/>
            </p:nvSpPr>
            <p:spPr>
              <a:xfrm>
                <a:off x="9742608" y="1748341"/>
                <a:ext cx="112921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8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acc>
                        </m:e>
                        <m:sub>
                          <m: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AD64D83-AF8F-5453-5C32-D384375B58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2608" y="1748341"/>
                <a:ext cx="1129218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B677D8B-76DA-DFB1-1EF8-C60038D9511F}"/>
              </a:ext>
            </a:extLst>
          </p:cNvPr>
          <p:cNvCxnSpPr>
            <a:cxnSpLocks/>
          </p:cNvCxnSpPr>
          <p:nvPr/>
        </p:nvCxnSpPr>
        <p:spPr>
          <a:xfrm flipV="1">
            <a:off x="8251901" y="2062063"/>
            <a:ext cx="0" cy="3779884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8A463B6E-F0DE-C9E0-6EDA-A3F15AEA2ECF}"/>
              </a:ext>
            </a:extLst>
          </p:cNvPr>
          <p:cNvSpPr/>
          <p:nvPr/>
        </p:nvSpPr>
        <p:spPr>
          <a:xfrm>
            <a:off x="8128826" y="1852931"/>
            <a:ext cx="246150" cy="247711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0C93815-A51F-F51B-DAD1-002266702112}"/>
              </a:ext>
            </a:extLst>
          </p:cNvPr>
          <p:cNvCxnSpPr>
            <a:cxnSpLocks/>
          </p:cNvCxnSpPr>
          <p:nvPr/>
        </p:nvCxnSpPr>
        <p:spPr>
          <a:xfrm>
            <a:off x="8374976" y="1976787"/>
            <a:ext cx="1585262" cy="0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ight Brace 10">
            <a:extLst>
              <a:ext uri="{FF2B5EF4-FFF2-40B4-BE49-F238E27FC236}">
                <a16:creationId xmlns:a16="http://schemas.microsoft.com/office/drawing/2014/main" id="{0923AB6B-7F12-972E-8EB5-AEBA32BC3F00}"/>
              </a:ext>
            </a:extLst>
          </p:cNvPr>
          <p:cNvSpPr/>
          <p:nvPr/>
        </p:nvSpPr>
        <p:spPr>
          <a:xfrm rot="5400000">
            <a:off x="4343639" y="2466464"/>
            <a:ext cx="356839" cy="7213534"/>
          </a:xfrm>
          <a:prstGeom prst="rightBrace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310F2DC-CE59-5041-ADB3-9AE9EE133CA1}"/>
                  </a:ext>
                </a:extLst>
              </p:cNvPr>
              <p:cNvSpPr txBox="1"/>
              <p:nvPr/>
            </p:nvSpPr>
            <p:spPr>
              <a:xfrm>
                <a:off x="4293128" y="6251651"/>
                <a:ext cx="457859" cy="5309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1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p>
                          <m:r>
                            <a:rPr lang="en-US" sz="2800" b="1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sup>
                      </m:sSup>
                    </m:oMath>
                  </m:oMathPara>
                </a14:m>
                <a:endParaRPr lang="en-US" sz="2800" b="1" dirty="0">
                  <a:solidFill>
                    <a:schemeClr val="tx2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310F2DC-CE59-5041-ADB3-9AE9EE133C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3128" y="6251651"/>
                <a:ext cx="457859" cy="530915"/>
              </a:xfrm>
              <a:prstGeom prst="rect">
                <a:avLst/>
              </a:prstGeom>
              <a:blipFill>
                <a:blip r:embed="rId6"/>
                <a:stretch>
                  <a:fillRect l="-5405" r="-243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87CEDC3-5E4A-7ABB-8650-08A13CBFF570}"/>
                  </a:ext>
                </a:extLst>
              </p:cNvPr>
              <p:cNvSpPr txBox="1"/>
              <p:nvPr/>
            </p:nvSpPr>
            <p:spPr>
              <a:xfrm>
                <a:off x="6468031" y="1364607"/>
                <a:ext cx="1126864" cy="5329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sz="2800" b="1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800" b="1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sz="2800" b="1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1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acc>
                        </m:e>
                        <m:sup>
                          <m:r>
                            <a:rPr lang="en-US" sz="2800" b="1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sup>
                      </m:sSup>
                      <m:r>
                        <a:rPr lang="en-US" sz="2800" b="1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87CEDC3-5E4A-7ABB-8650-08A13CBFF5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031" y="1364607"/>
                <a:ext cx="1126864" cy="532966"/>
              </a:xfrm>
              <a:prstGeom prst="rect">
                <a:avLst/>
              </a:prstGeom>
              <a:blipFill>
                <a:blip r:embed="rId7"/>
                <a:stretch>
                  <a:fillRect l="-3333" r="-10000" b="-1860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Freeform 19">
            <a:extLst>
              <a:ext uri="{FF2B5EF4-FFF2-40B4-BE49-F238E27FC236}">
                <a16:creationId xmlns:a16="http://schemas.microsoft.com/office/drawing/2014/main" id="{D755132E-E6D6-966D-0132-8A744FE1870A}"/>
              </a:ext>
            </a:extLst>
          </p:cNvPr>
          <p:cNvSpPr/>
          <p:nvPr/>
        </p:nvSpPr>
        <p:spPr>
          <a:xfrm rot="1031462" flipH="1">
            <a:off x="6017016" y="1671820"/>
            <a:ext cx="407094" cy="869795"/>
          </a:xfrm>
          <a:custGeom>
            <a:avLst/>
            <a:gdLst>
              <a:gd name="connsiteX0" fmla="*/ 0 w 267817"/>
              <a:gd name="connsiteY0" fmla="*/ 869795 h 869795"/>
              <a:gd name="connsiteX1" fmla="*/ 267630 w 267817"/>
              <a:gd name="connsiteY1" fmla="*/ 423746 h 869795"/>
              <a:gd name="connsiteX2" fmla="*/ 33454 w 267817"/>
              <a:gd name="connsiteY2" fmla="*/ 0 h 869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7817" h="869795">
                <a:moveTo>
                  <a:pt x="0" y="869795"/>
                </a:moveTo>
                <a:cubicBezTo>
                  <a:pt x="131027" y="719253"/>
                  <a:pt x="262054" y="568712"/>
                  <a:pt x="267630" y="423746"/>
                </a:cubicBezTo>
                <a:cubicBezTo>
                  <a:pt x="273206" y="278780"/>
                  <a:pt x="153330" y="139390"/>
                  <a:pt x="33454" y="0"/>
                </a:cubicBezTo>
              </a:path>
            </a:pathLst>
          </a:custGeom>
          <a:noFill/>
          <a:ln w="38100">
            <a:solidFill>
              <a:schemeClr val="accent5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682A727-0CDF-C47F-84A6-B1EAD75E0B61}"/>
                  </a:ext>
                </a:extLst>
              </p:cNvPr>
              <p:cNvSpPr txBox="1"/>
              <p:nvPr/>
            </p:nvSpPr>
            <p:spPr>
              <a:xfrm>
                <a:off x="1187550" y="264839"/>
                <a:ext cx="5133923" cy="13535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1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ctrlPr>
                            <a:rPr lang="en-US" sz="4000" b="1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4000" b="1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4000" b="1" i="1" smtClean="0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4000" b="1" i="1" smtClean="0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4000" b="1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sup>
                          </m:sSup>
                        </m:e>
                      </m:d>
                      <m:r>
                        <a:rPr lang="en-US" sz="4000" b="1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1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4000" b="1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4000" b="1" i="0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𝐋</m:t>
                              </m:r>
                            </m:e>
                            <m:sup>
                              <m:r>
                                <a:rPr lang="en-US" sz="4000" b="1" i="0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𝐂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4000" b="1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4000" b="1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𝑼</m:t>
                              </m:r>
                            </m:e>
                            <m:sup>
                              <m:r>
                                <a:rPr lang="en-US" sz="4000" b="1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sup>
                          </m:sSup>
                          <m:r>
                            <a:rPr lang="en-US" sz="4000" b="1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4000" b="1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4000" b="1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p>
                              <m:r>
                                <a:rPr lang="en-US" sz="4000" b="1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sup>
                          </m:sSup>
                        </m:den>
                      </m:f>
                      <m:r>
                        <a:rPr lang="en-US" sz="4000" b="1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4000" b="1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sz="4000" b="1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000" b="1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acc>
                        </m:e>
                        <m:sup>
                          <m:r>
                            <a:rPr lang="en-US" sz="4000" b="1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sup>
                      </m:sSup>
                    </m:oMath>
                  </m:oMathPara>
                </a14:m>
                <a:endParaRPr lang="en-US" sz="40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682A727-0CDF-C47F-84A6-B1EAD75E0B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550" y="264839"/>
                <a:ext cx="5133923" cy="1353576"/>
              </a:xfrm>
              <a:prstGeom prst="rect">
                <a:avLst/>
              </a:prstGeom>
              <a:blipFill>
                <a:blip r:embed="rId8"/>
                <a:stretch>
                  <a:fillRect l="-1235" b="-740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78955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4FB14-E812-220E-D17A-CDA62861D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1E9CBF7-449A-BD26-910D-2BD88477FEC7}"/>
              </a:ext>
            </a:extLst>
          </p:cNvPr>
          <p:cNvCxnSpPr>
            <a:cxnSpLocks/>
          </p:cNvCxnSpPr>
          <p:nvPr/>
        </p:nvCxnSpPr>
        <p:spPr>
          <a:xfrm>
            <a:off x="934345" y="3384501"/>
            <a:ext cx="3612797" cy="0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57BE4D4-E496-8D70-1B5C-BE59784E3F73}"/>
              </a:ext>
            </a:extLst>
          </p:cNvPr>
          <p:cNvCxnSpPr>
            <a:cxnSpLocks/>
          </p:cNvCxnSpPr>
          <p:nvPr/>
        </p:nvCxnSpPr>
        <p:spPr>
          <a:xfrm flipV="1">
            <a:off x="4482824" y="3469778"/>
            <a:ext cx="0" cy="2372169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Freeform 18">
            <a:extLst>
              <a:ext uri="{FF2B5EF4-FFF2-40B4-BE49-F238E27FC236}">
                <a16:creationId xmlns:a16="http://schemas.microsoft.com/office/drawing/2014/main" id="{701A4781-73D7-6932-A80B-6DB17A506BD8}"/>
              </a:ext>
            </a:extLst>
          </p:cNvPr>
          <p:cNvSpPr/>
          <p:nvPr/>
        </p:nvSpPr>
        <p:spPr>
          <a:xfrm>
            <a:off x="934345" y="1897574"/>
            <a:ext cx="7285820" cy="1838085"/>
          </a:xfrm>
          <a:custGeom>
            <a:avLst/>
            <a:gdLst>
              <a:gd name="connsiteX0" fmla="*/ 7058722 w 7058722"/>
              <a:gd name="connsiteY0" fmla="*/ 0 h 2011793"/>
              <a:gd name="connsiteX1" fmla="*/ 2854712 w 7058722"/>
              <a:gd name="connsiteY1" fmla="*/ 1817649 h 2011793"/>
              <a:gd name="connsiteX2" fmla="*/ 0 w 7058722"/>
              <a:gd name="connsiteY2" fmla="*/ 1873405 h 2011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58722" h="2011793">
                <a:moveTo>
                  <a:pt x="7058722" y="0"/>
                </a:moveTo>
                <a:cubicBezTo>
                  <a:pt x="5544944" y="752707"/>
                  <a:pt x="4031166" y="1505415"/>
                  <a:pt x="2854712" y="1817649"/>
                </a:cubicBezTo>
                <a:cubicBezTo>
                  <a:pt x="1678258" y="2129883"/>
                  <a:pt x="839129" y="2001644"/>
                  <a:pt x="0" y="1873405"/>
                </a:cubicBezTo>
              </a:path>
            </a:pathLst>
          </a:custGeom>
          <a:noFill/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02F174B-FD88-D52F-1111-226EF7ACC260}"/>
              </a:ext>
            </a:extLst>
          </p:cNvPr>
          <p:cNvCxnSpPr>
            <a:cxnSpLocks/>
          </p:cNvCxnSpPr>
          <p:nvPr/>
        </p:nvCxnSpPr>
        <p:spPr>
          <a:xfrm flipH="1">
            <a:off x="915292" y="1012361"/>
            <a:ext cx="9044957" cy="4829586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1A4F683-11DA-FF21-C811-7EEC931AA920}"/>
              </a:ext>
            </a:extLst>
          </p:cNvPr>
          <p:cNvCxnSpPr>
            <a:cxnSpLocks/>
          </p:cNvCxnSpPr>
          <p:nvPr/>
        </p:nvCxnSpPr>
        <p:spPr>
          <a:xfrm>
            <a:off x="915292" y="1748342"/>
            <a:ext cx="9044957" cy="4093605"/>
          </a:xfrm>
          <a:prstGeom prst="line">
            <a:avLst/>
          </a:prstGeom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4C57A96-7192-F800-3660-BCEDC4E9C6B3}"/>
                  </a:ext>
                </a:extLst>
              </p:cNvPr>
              <p:cNvSpPr txBox="1"/>
              <p:nvPr/>
            </p:nvSpPr>
            <p:spPr>
              <a:xfrm>
                <a:off x="229531" y="213001"/>
                <a:ext cx="66063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</m:sSub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4C57A96-7192-F800-3660-BCEDC4E9C6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531" y="213001"/>
                <a:ext cx="660635" cy="523220"/>
              </a:xfrm>
              <a:prstGeom prst="rect">
                <a:avLst/>
              </a:prstGeom>
              <a:blipFill>
                <a:blip r:embed="rId3"/>
                <a:stretch>
                  <a:fillRect b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B8F9237-4982-604F-2D3B-E77051BAB5C8}"/>
                  </a:ext>
                </a:extLst>
              </p:cNvPr>
              <p:cNvSpPr txBox="1"/>
              <p:nvPr/>
            </p:nvSpPr>
            <p:spPr>
              <a:xfrm>
                <a:off x="8877139" y="6259098"/>
                <a:ext cx="457859" cy="5329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p>
                          <m: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sup>
                      </m:sSup>
                    </m:oMath>
                  </m:oMathPara>
                </a14:m>
                <a:endParaRPr lang="en-US" sz="28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B8F9237-4982-604F-2D3B-E77051BAB5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7139" y="6259098"/>
                <a:ext cx="457859" cy="532966"/>
              </a:xfrm>
              <a:prstGeom prst="rect">
                <a:avLst/>
              </a:prstGeom>
              <a:blipFill>
                <a:blip r:embed="rId4"/>
                <a:stretch>
                  <a:fillRect l="-5405" r="-216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D3420A84-7421-12C8-D14E-DB430B079B71}"/>
              </a:ext>
            </a:extLst>
          </p:cNvPr>
          <p:cNvGrpSpPr/>
          <p:nvPr/>
        </p:nvGrpSpPr>
        <p:grpSpPr>
          <a:xfrm>
            <a:off x="896240" y="675897"/>
            <a:ext cx="9089136" cy="5193566"/>
            <a:chOff x="1297684" y="800960"/>
            <a:chExt cx="9089136" cy="5193566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2B1D959-04C9-C1AD-3A47-9CD051D34FB5}"/>
                </a:ext>
              </a:extLst>
            </p:cNvPr>
            <p:cNvCxnSpPr/>
            <p:nvPr/>
          </p:nvCxnSpPr>
          <p:spPr>
            <a:xfrm>
              <a:off x="1316736" y="804672"/>
              <a:ext cx="0" cy="5189854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995523E-21DB-98B1-F5E9-09F8340B8E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97684" y="5967010"/>
              <a:ext cx="9089136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B2B2C38-0A9E-B084-5882-8B8A8C772F52}"/>
                </a:ext>
              </a:extLst>
            </p:cNvPr>
            <p:cNvCxnSpPr/>
            <p:nvPr/>
          </p:nvCxnSpPr>
          <p:spPr>
            <a:xfrm>
              <a:off x="10361693" y="800960"/>
              <a:ext cx="0" cy="5189854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Right Brace 20">
            <a:extLst>
              <a:ext uri="{FF2B5EF4-FFF2-40B4-BE49-F238E27FC236}">
                <a16:creationId xmlns:a16="http://schemas.microsoft.com/office/drawing/2014/main" id="{8C70CBE7-BCF9-6364-D533-08784A94FC99}"/>
              </a:ext>
            </a:extLst>
          </p:cNvPr>
          <p:cNvSpPr/>
          <p:nvPr/>
        </p:nvSpPr>
        <p:spPr>
          <a:xfrm rot="5400000">
            <a:off x="8927650" y="5219063"/>
            <a:ext cx="356839" cy="1708337"/>
          </a:xfrm>
          <a:prstGeom prst="rightBrac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C8985DD-213C-4E0F-9851-81059FFC248A}"/>
                  </a:ext>
                </a:extLst>
              </p:cNvPr>
              <p:cNvSpPr txBox="1"/>
              <p:nvPr/>
            </p:nvSpPr>
            <p:spPr>
              <a:xfrm>
                <a:off x="9742608" y="213001"/>
                <a:ext cx="112921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sub>
                      </m:sSub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C8985DD-213C-4E0F-9851-81059FFC24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2608" y="213001"/>
                <a:ext cx="1129218" cy="523220"/>
              </a:xfrm>
              <a:prstGeom prst="rect">
                <a:avLst/>
              </a:prstGeom>
              <a:blipFill>
                <a:blip r:embed="rId5"/>
                <a:stretch>
                  <a:fillRect b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DE64043-CB48-20A2-F1DB-E4E2E035398A}"/>
                  </a:ext>
                </a:extLst>
              </p:cNvPr>
              <p:cNvSpPr txBox="1"/>
              <p:nvPr/>
            </p:nvSpPr>
            <p:spPr>
              <a:xfrm>
                <a:off x="9742608" y="1748341"/>
                <a:ext cx="112921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8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acc>
                        </m:e>
                        <m:sub>
                          <m: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DE64043-CB48-20A2-F1DB-E4E2E03539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2608" y="1748341"/>
                <a:ext cx="1129218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8277046-F61E-8779-1E44-D284F2234A65}"/>
              </a:ext>
            </a:extLst>
          </p:cNvPr>
          <p:cNvCxnSpPr>
            <a:cxnSpLocks/>
          </p:cNvCxnSpPr>
          <p:nvPr/>
        </p:nvCxnSpPr>
        <p:spPr>
          <a:xfrm flipV="1">
            <a:off x="8251901" y="2062063"/>
            <a:ext cx="0" cy="3779884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8E0AA248-BD8C-BCB9-D0DE-D48C05C14A2C}"/>
              </a:ext>
            </a:extLst>
          </p:cNvPr>
          <p:cNvSpPr/>
          <p:nvPr/>
        </p:nvSpPr>
        <p:spPr>
          <a:xfrm>
            <a:off x="8128826" y="1852931"/>
            <a:ext cx="246150" cy="247711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D4E8CE-0322-C526-F8CD-5134AB2DDF16}"/>
              </a:ext>
            </a:extLst>
          </p:cNvPr>
          <p:cNvCxnSpPr>
            <a:cxnSpLocks/>
          </p:cNvCxnSpPr>
          <p:nvPr/>
        </p:nvCxnSpPr>
        <p:spPr>
          <a:xfrm>
            <a:off x="8374976" y="1976787"/>
            <a:ext cx="1585262" cy="0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ight Brace 10">
            <a:extLst>
              <a:ext uri="{FF2B5EF4-FFF2-40B4-BE49-F238E27FC236}">
                <a16:creationId xmlns:a16="http://schemas.microsoft.com/office/drawing/2014/main" id="{584C77C7-7535-42AB-E2DB-B01AFDA32CCE}"/>
              </a:ext>
            </a:extLst>
          </p:cNvPr>
          <p:cNvSpPr/>
          <p:nvPr/>
        </p:nvSpPr>
        <p:spPr>
          <a:xfrm rot="5400000">
            <a:off x="2520634" y="4289471"/>
            <a:ext cx="356839" cy="3567524"/>
          </a:xfrm>
          <a:prstGeom prst="rightBrace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1E9740E-8F46-B5A8-C303-BBA8A5CDEF71}"/>
                  </a:ext>
                </a:extLst>
              </p:cNvPr>
              <p:cNvSpPr txBox="1"/>
              <p:nvPr/>
            </p:nvSpPr>
            <p:spPr>
              <a:xfrm>
                <a:off x="2375274" y="6285584"/>
                <a:ext cx="457859" cy="5309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1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p>
                          <m:r>
                            <a:rPr lang="en-US" sz="2800" b="1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sup>
                      </m:sSup>
                    </m:oMath>
                  </m:oMathPara>
                </a14:m>
                <a:endParaRPr lang="en-US" sz="2800" b="1" dirty="0">
                  <a:solidFill>
                    <a:schemeClr val="tx2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1E9740E-8F46-B5A8-C303-BBA8A5CDEF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5274" y="6285584"/>
                <a:ext cx="457859" cy="530915"/>
              </a:xfrm>
              <a:prstGeom prst="rect">
                <a:avLst/>
              </a:prstGeom>
              <a:blipFill>
                <a:blip r:embed="rId7"/>
                <a:stretch>
                  <a:fillRect l="-8108" r="-189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21B6F8E-2B6F-027E-97A3-36824DA79529}"/>
                  </a:ext>
                </a:extLst>
              </p:cNvPr>
              <p:cNvSpPr txBox="1"/>
              <p:nvPr/>
            </p:nvSpPr>
            <p:spPr>
              <a:xfrm>
                <a:off x="6542432" y="1631090"/>
                <a:ext cx="1126864" cy="5329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sz="2800" b="1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800" b="1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sz="2800" b="1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1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acc>
                        </m:e>
                        <m:sup>
                          <m:r>
                            <a:rPr lang="en-US" sz="2800" b="1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sup>
                      </m:sSup>
                      <m:r>
                        <a:rPr lang="en-US" sz="2800" b="1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21B6F8E-2B6F-027E-97A3-36824DA795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2432" y="1631090"/>
                <a:ext cx="1126864" cy="532966"/>
              </a:xfrm>
              <a:prstGeom prst="rect">
                <a:avLst/>
              </a:prstGeom>
              <a:blipFill>
                <a:blip r:embed="rId8"/>
                <a:stretch>
                  <a:fillRect l="-3371" r="-11236" b="-1860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7643638-044F-7D95-FC44-F5FEB4B0992C}"/>
                  </a:ext>
                </a:extLst>
              </p:cNvPr>
              <p:cNvSpPr txBox="1"/>
              <p:nvPr/>
            </p:nvSpPr>
            <p:spPr>
              <a:xfrm>
                <a:off x="1187550" y="264839"/>
                <a:ext cx="5133923" cy="12716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b="1" dirty="0">
                    <a:solidFill>
                      <a:srgbClr val="FFC700"/>
                    </a:solidFill>
                  </a:rPr>
                  <a:t>Equilibrium Condition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smtClean="0">
                          <a:solidFill>
                            <a:srgbClr val="FFC70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ctrlPr>
                            <a:rPr lang="en-US" sz="3600" b="1" i="1" smtClean="0">
                              <a:solidFill>
                                <a:srgbClr val="FFC7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3600" b="1" i="1" smtClean="0">
                                  <a:solidFill>
                                    <a:srgbClr val="FFC7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3600" b="1" i="1" smtClean="0">
                                      <a:solidFill>
                                        <a:srgbClr val="FFC7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3600" b="1" i="1" smtClean="0">
                                      <a:solidFill>
                                        <a:srgbClr val="FFC7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3600" b="1" i="1" smtClean="0">
                                  <a:solidFill>
                                    <a:srgbClr val="FFC700"/>
                                  </a:solidFill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sup>
                          </m:sSup>
                        </m:e>
                      </m:d>
                      <m:r>
                        <a:rPr lang="en-US" sz="3600" b="1" i="1" smtClean="0">
                          <a:solidFill>
                            <a:srgbClr val="FFC7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600" b="1" i="1" smtClean="0">
                              <a:solidFill>
                                <a:srgbClr val="FFC7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1" i="1" smtClean="0">
                              <a:solidFill>
                                <a:srgbClr val="FFC7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sz="3600" b="1" i="1" smtClean="0">
                              <a:solidFill>
                                <a:srgbClr val="FFC7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sup>
                      </m:sSup>
                    </m:oMath>
                  </m:oMathPara>
                </a14:m>
                <a:endParaRPr lang="en-US" sz="3600" b="1" dirty="0">
                  <a:solidFill>
                    <a:srgbClr val="FFC70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7643638-044F-7D95-FC44-F5FEB4B099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550" y="264839"/>
                <a:ext cx="5133923" cy="1271695"/>
              </a:xfrm>
              <a:prstGeom prst="rect">
                <a:avLst/>
              </a:prstGeom>
              <a:blipFill>
                <a:blip r:embed="rId9"/>
                <a:stretch>
                  <a:fillRect t="-693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ight Brace 2">
            <a:extLst>
              <a:ext uri="{FF2B5EF4-FFF2-40B4-BE49-F238E27FC236}">
                <a16:creationId xmlns:a16="http://schemas.microsoft.com/office/drawing/2014/main" id="{CA320783-368D-A9E9-4A39-B6970EB5BFC5}"/>
              </a:ext>
            </a:extLst>
          </p:cNvPr>
          <p:cNvSpPr/>
          <p:nvPr/>
        </p:nvSpPr>
        <p:spPr>
          <a:xfrm rot="5400000">
            <a:off x="6173073" y="4204562"/>
            <a:ext cx="356839" cy="3737340"/>
          </a:xfrm>
          <a:prstGeom prst="rightBrace">
            <a:avLst/>
          </a:prstGeom>
          <a:ln w="38100">
            <a:solidFill>
              <a:srgbClr val="FFC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DDAE2D9-C3DB-965A-9ACA-A7D2A772D526}"/>
                  </a:ext>
                </a:extLst>
              </p:cNvPr>
              <p:cNvSpPr txBox="1"/>
              <p:nvPr/>
            </p:nvSpPr>
            <p:spPr>
              <a:xfrm>
                <a:off x="6043949" y="6181022"/>
                <a:ext cx="457859" cy="5329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1" i="1" smtClean="0">
                              <a:solidFill>
                                <a:srgbClr val="FFC7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smtClean="0">
                              <a:solidFill>
                                <a:srgbClr val="FFC700"/>
                              </a:solidFill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  <m:sup>
                          <m:r>
                            <a:rPr lang="en-US" sz="2800" b="1" i="1" smtClean="0">
                              <a:solidFill>
                                <a:srgbClr val="FFC700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sup>
                      </m:sSup>
                    </m:oMath>
                  </m:oMathPara>
                </a14:m>
                <a:endParaRPr lang="en-US" sz="2800" b="1" dirty="0">
                  <a:solidFill>
                    <a:srgbClr val="FFC7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DDAE2D9-C3DB-965A-9ACA-A7D2A772D5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3949" y="6181022"/>
                <a:ext cx="457859" cy="532966"/>
              </a:xfrm>
              <a:prstGeom prst="rect">
                <a:avLst/>
              </a:prstGeom>
              <a:blipFill>
                <a:blip r:embed="rId10"/>
                <a:stretch>
                  <a:fillRect l="-5263" r="-2894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Oval 24">
            <a:extLst>
              <a:ext uri="{FF2B5EF4-FFF2-40B4-BE49-F238E27FC236}">
                <a16:creationId xmlns:a16="http://schemas.microsoft.com/office/drawing/2014/main" id="{306301F7-190F-2638-7053-401B0821972F}"/>
              </a:ext>
            </a:extLst>
          </p:cNvPr>
          <p:cNvSpPr/>
          <p:nvPr/>
        </p:nvSpPr>
        <p:spPr>
          <a:xfrm>
            <a:off x="4359749" y="3260646"/>
            <a:ext cx="246150" cy="247711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7473F84-0FB6-15C4-526E-79D3D650AFFE}"/>
                  </a:ext>
                </a:extLst>
              </p:cNvPr>
              <p:cNvSpPr txBox="1"/>
              <p:nvPr/>
            </p:nvSpPr>
            <p:spPr>
              <a:xfrm>
                <a:off x="-4761" y="3122891"/>
                <a:ext cx="112921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chemeClr val="tx2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7473F84-0FB6-15C4-526E-79D3D650AF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761" y="3122891"/>
                <a:ext cx="1129218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55086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6288542-6E57-2046-648C-D01BF07540EA}"/>
              </a:ext>
            </a:extLst>
          </p:cNvPr>
          <p:cNvCxnSpPr>
            <a:cxnSpLocks/>
          </p:cNvCxnSpPr>
          <p:nvPr/>
        </p:nvCxnSpPr>
        <p:spPr>
          <a:xfrm>
            <a:off x="2352907" y="1822933"/>
            <a:ext cx="0" cy="420987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6D2027C-599A-DD64-A395-9C3D47A0E40B}"/>
              </a:ext>
            </a:extLst>
          </p:cNvPr>
          <p:cNvCxnSpPr>
            <a:cxnSpLocks/>
          </p:cNvCxnSpPr>
          <p:nvPr/>
        </p:nvCxnSpPr>
        <p:spPr>
          <a:xfrm>
            <a:off x="3107474" y="1834835"/>
            <a:ext cx="0" cy="4197976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9A9F540-9BD6-898B-41BD-98062B23AA56}"/>
              </a:ext>
            </a:extLst>
          </p:cNvPr>
          <p:cNvCxnSpPr>
            <a:cxnSpLocks/>
          </p:cNvCxnSpPr>
          <p:nvPr/>
        </p:nvCxnSpPr>
        <p:spPr>
          <a:xfrm>
            <a:off x="3832301" y="1789551"/>
            <a:ext cx="0" cy="422061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A5AFABA-F203-51D9-1C43-19437BB64EA0}"/>
              </a:ext>
            </a:extLst>
          </p:cNvPr>
          <p:cNvCxnSpPr>
            <a:cxnSpLocks/>
          </p:cNvCxnSpPr>
          <p:nvPr/>
        </p:nvCxnSpPr>
        <p:spPr>
          <a:xfrm>
            <a:off x="4557132" y="1822933"/>
            <a:ext cx="0" cy="420987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82BE341-4554-A3AF-407A-BE84F8123031}"/>
              </a:ext>
            </a:extLst>
          </p:cNvPr>
          <p:cNvCxnSpPr>
            <a:cxnSpLocks/>
          </p:cNvCxnSpPr>
          <p:nvPr/>
        </p:nvCxnSpPr>
        <p:spPr>
          <a:xfrm>
            <a:off x="5293113" y="1822933"/>
            <a:ext cx="0" cy="420987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52A20B3-DF21-938D-99AA-D23A5B3D6DC8}"/>
              </a:ext>
            </a:extLst>
          </p:cNvPr>
          <p:cNvCxnSpPr>
            <a:cxnSpLocks/>
          </p:cNvCxnSpPr>
          <p:nvPr/>
        </p:nvCxnSpPr>
        <p:spPr>
          <a:xfrm>
            <a:off x="1572840" y="2961141"/>
            <a:ext cx="7416725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AEEDB33-8385-158B-50B0-374FFEE5282E}"/>
              </a:ext>
            </a:extLst>
          </p:cNvPr>
          <p:cNvCxnSpPr>
            <a:cxnSpLocks/>
          </p:cNvCxnSpPr>
          <p:nvPr/>
        </p:nvCxnSpPr>
        <p:spPr>
          <a:xfrm>
            <a:off x="1605757" y="3542784"/>
            <a:ext cx="7383808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F6907AC-1038-DE14-16FA-2783BBD2FE49}"/>
              </a:ext>
            </a:extLst>
          </p:cNvPr>
          <p:cNvCxnSpPr>
            <a:cxnSpLocks/>
          </p:cNvCxnSpPr>
          <p:nvPr/>
        </p:nvCxnSpPr>
        <p:spPr>
          <a:xfrm>
            <a:off x="1619231" y="4148664"/>
            <a:ext cx="7370334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5DABBDC-EADE-C45D-2BE5-DAD27F8CAFB5}"/>
              </a:ext>
            </a:extLst>
          </p:cNvPr>
          <p:cNvCxnSpPr>
            <a:cxnSpLocks/>
          </p:cNvCxnSpPr>
          <p:nvPr/>
        </p:nvCxnSpPr>
        <p:spPr>
          <a:xfrm>
            <a:off x="1608599" y="4774319"/>
            <a:ext cx="7380966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E85FDF9-AD4C-6FA1-C400-4CC5D9CDF199}"/>
              </a:ext>
            </a:extLst>
          </p:cNvPr>
          <p:cNvCxnSpPr>
            <a:cxnSpLocks/>
          </p:cNvCxnSpPr>
          <p:nvPr/>
        </p:nvCxnSpPr>
        <p:spPr>
          <a:xfrm>
            <a:off x="1577896" y="5393880"/>
            <a:ext cx="7411669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5EC5885-C5DF-7F86-D41B-11B684ECCC33}"/>
              </a:ext>
            </a:extLst>
          </p:cNvPr>
          <p:cNvCxnSpPr>
            <a:cxnSpLocks/>
          </p:cNvCxnSpPr>
          <p:nvPr/>
        </p:nvCxnSpPr>
        <p:spPr>
          <a:xfrm>
            <a:off x="1578340" y="2385750"/>
            <a:ext cx="7411225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AFF42A0-BF49-2318-C9FC-5A5F4F9B75FA}"/>
              </a:ext>
            </a:extLst>
          </p:cNvPr>
          <p:cNvCxnSpPr>
            <a:cxnSpLocks/>
          </p:cNvCxnSpPr>
          <p:nvPr/>
        </p:nvCxnSpPr>
        <p:spPr>
          <a:xfrm>
            <a:off x="1570457" y="1812194"/>
            <a:ext cx="7419108" cy="22641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200DFD5F-8817-67C5-EBFD-764EFB76A05C}"/>
              </a:ext>
            </a:extLst>
          </p:cNvPr>
          <p:cNvCxnSpPr>
            <a:cxnSpLocks/>
          </p:cNvCxnSpPr>
          <p:nvPr/>
        </p:nvCxnSpPr>
        <p:spPr>
          <a:xfrm>
            <a:off x="6062546" y="1812193"/>
            <a:ext cx="0" cy="420987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D6E67088-F7F4-0BDB-A2F1-ED0AD29A1743}"/>
              </a:ext>
            </a:extLst>
          </p:cNvPr>
          <p:cNvCxnSpPr>
            <a:cxnSpLocks/>
          </p:cNvCxnSpPr>
          <p:nvPr/>
        </p:nvCxnSpPr>
        <p:spPr>
          <a:xfrm>
            <a:off x="6817113" y="1824095"/>
            <a:ext cx="0" cy="4197976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BEC8232B-ADCA-53DA-0F2F-C9F7C255B211}"/>
              </a:ext>
            </a:extLst>
          </p:cNvPr>
          <p:cNvCxnSpPr>
            <a:cxnSpLocks/>
          </p:cNvCxnSpPr>
          <p:nvPr/>
        </p:nvCxnSpPr>
        <p:spPr>
          <a:xfrm>
            <a:off x="7541940" y="1778811"/>
            <a:ext cx="0" cy="422061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01B9AE9E-C7C1-10D8-1F19-D446F2CFAD1C}"/>
              </a:ext>
            </a:extLst>
          </p:cNvPr>
          <p:cNvCxnSpPr>
            <a:cxnSpLocks/>
          </p:cNvCxnSpPr>
          <p:nvPr/>
        </p:nvCxnSpPr>
        <p:spPr>
          <a:xfrm>
            <a:off x="8266771" y="1812193"/>
            <a:ext cx="0" cy="420987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455781B7-DB1E-5F0F-BA64-54CBC72D78A4}"/>
              </a:ext>
            </a:extLst>
          </p:cNvPr>
          <p:cNvGrpSpPr/>
          <p:nvPr/>
        </p:nvGrpSpPr>
        <p:grpSpPr>
          <a:xfrm>
            <a:off x="1551432" y="1812193"/>
            <a:ext cx="7458753" cy="4213589"/>
            <a:chOff x="1297684" y="800960"/>
            <a:chExt cx="9089136" cy="5193566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11B8C370-1FB0-EAAE-4A85-DBC52DFB6BB5}"/>
                </a:ext>
              </a:extLst>
            </p:cNvPr>
            <p:cNvCxnSpPr/>
            <p:nvPr/>
          </p:nvCxnSpPr>
          <p:spPr>
            <a:xfrm>
              <a:off x="1316736" y="804672"/>
              <a:ext cx="0" cy="5189854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F52B8C4-C2F3-1960-470C-F02C5DA4F4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97684" y="5967010"/>
              <a:ext cx="9089136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4D593AE-610F-67C4-A576-F955A605B3C5}"/>
                </a:ext>
              </a:extLst>
            </p:cNvPr>
            <p:cNvCxnSpPr/>
            <p:nvPr/>
          </p:nvCxnSpPr>
          <p:spPr>
            <a:xfrm>
              <a:off x="10361693" y="800960"/>
              <a:ext cx="0" cy="5189854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Freeform 7">
            <a:extLst>
              <a:ext uri="{FF2B5EF4-FFF2-40B4-BE49-F238E27FC236}">
                <a16:creationId xmlns:a16="http://schemas.microsoft.com/office/drawing/2014/main" id="{ED191FC2-D840-DD1B-680A-07F11440CBA2}"/>
              </a:ext>
            </a:extLst>
          </p:cNvPr>
          <p:cNvSpPr/>
          <p:nvPr/>
        </p:nvSpPr>
        <p:spPr>
          <a:xfrm>
            <a:off x="1583473" y="2040672"/>
            <a:ext cx="7380966" cy="3903179"/>
          </a:xfrm>
          <a:custGeom>
            <a:avLst/>
            <a:gdLst>
              <a:gd name="connsiteX0" fmla="*/ 0 w 9043639"/>
              <a:gd name="connsiteY0" fmla="*/ 224834 h 3740722"/>
              <a:gd name="connsiteX1" fmla="*/ 2676293 w 9043639"/>
              <a:gd name="connsiteY1" fmla="*/ 314044 h 3740722"/>
              <a:gd name="connsiteX2" fmla="*/ 7895063 w 9043639"/>
              <a:gd name="connsiteY2" fmla="*/ 3257966 h 3740722"/>
              <a:gd name="connsiteX3" fmla="*/ 9043639 w 9043639"/>
              <a:gd name="connsiteY3" fmla="*/ 3704015 h 3740722"/>
              <a:gd name="connsiteX0" fmla="*/ 0 w 9065942"/>
              <a:gd name="connsiteY0" fmla="*/ 83052 h 4067291"/>
              <a:gd name="connsiteX1" fmla="*/ 2698596 w 9065942"/>
              <a:gd name="connsiteY1" fmla="*/ 640613 h 4067291"/>
              <a:gd name="connsiteX2" fmla="*/ 7917366 w 9065942"/>
              <a:gd name="connsiteY2" fmla="*/ 3584535 h 4067291"/>
              <a:gd name="connsiteX3" fmla="*/ 9065942 w 9065942"/>
              <a:gd name="connsiteY3" fmla="*/ 4030584 h 4067291"/>
              <a:gd name="connsiteX0" fmla="*/ 0 w 9065942"/>
              <a:gd name="connsiteY0" fmla="*/ 0 h 3984239"/>
              <a:gd name="connsiteX1" fmla="*/ 2698596 w 9065942"/>
              <a:gd name="connsiteY1" fmla="*/ 557561 h 3984239"/>
              <a:gd name="connsiteX2" fmla="*/ 7917366 w 9065942"/>
              <a:gd name="connsiteY2" fmla="*/ 3501483 h 3984239"/>
              <a:gd name="connsiteX3" fmla="*/ 9065942 w 9065942"/>
              <a:gd name="connsiteY3" fmla="*/ 3947532 h 3984239"/>
              <a:gd name="connsiteX0" fmla="*/ 0 w 9065942"/>
              <a:gd name="connsiteY0" fmla="*/ 18031 h 4002270"/>
              <a:gd name="connsiteX1" fmla="*/ 2698596 w 9065942"/>
              <a:gd name="connsiteY1" fmla="*/ 575592 h 4002270"/>
              <a:gd name="connsiteX2" fmla="*/ 7917366 w 9065942"/>
              <a:gd name="connsiteY2" fmla="*/ 3519514 h 4002270"/>
              <a:gd name="connsiteX3" fmla="*/ 9065942 w 9065942"/>
              <a:gd name="connsiteY3" fmla="*/ 3965563 h 4002270"/>
              <a:gd name="connsiteX0" fmla="*/ 0 w 9065942"/>
              <a:gd name="connsiteY0" fmla="*/ 0 h 3984239"/>
              <a:gd name="connsiteX1" fmla="*/ 2698596 w 9065942"/>
              <a:gd name="connsiteY1" fmla="*/ 557561 h 3984239"/>
              <a:gd name="connsiteX2" fmla="*/ 7917366 w 9065942"/>
              <a:gd name="connsiteY2" fmla="*/ 3501483 h 3984239"/>
              <a:gd name="connsiteX3" fmla="*/ 9065942 w 9065942"/>
              <a:gd name="connsiteY3" fmla="*/ 3947532 h 3984239"/>
              <a:gd name="connsiteX0" fmla="*/ 0 w 9065942"/>
              <a:gd name="connsiteY0" fmla="*/ 0 h 3984239"/>
              <a:gd name="connsiteX1" fmla="*/ 2698596 w 9065942"/>
              <a:gd name="connsiteY1" fmla="*/ 557561 h 3984239"/>
              <a:gd name="connsiteX2" fmla="*/ 7917366 w 9065942"/>
              <a:gd name="connsiteY2" fmla="*/ 3501483 h 3984239"/>
              <a:gd name="connsiteX3" fmla="*/ 9065942 w 9065942"/>
              <a:gd name="connsiteY3" fmla="*/ 3947532 h 3984239"/>
              <a:gd name="connsiteX0" fmla="*/ 0 w 9077093"/>
              <a:gd name="connsiteY0" fmla="*/ 0 h 3928483"/>
              <a:gd name="connsiteX1" fmla="*/ 2709747 w 9077093"/>
              <a:gd name="connsiteY1" fmla="*/ 501805 h 3928483"/>
              <a:gd name="connsiteX2" fmla="*/ 7928517 w 9077093"/>
              <a:gd name="connsiteY2" fmla="*/ 3445727 h 3928483"/>
              <a:gd name="connsiteX3" fmla="*/ 9077093 w 9077093"/>
              <a:gd name="connsiteY3" fmla="*/ 3891776 h 3928483"/>
              <a:gd name="connsiteX0" fmla="*/ 0 w 9077093"/>
              <a:gd name="connsiteY0" fmla="*/ 1527 h 3930010"/>
              <a:gd name="connsiteX1" fmla="*/ 2709747 w 9077093"/>
              <a:gd name="connsiteY1" fmla="*/ 503332 h 3930010"/>
              <a:gd name="connsiteX2" fmla="*/ 7928517 w 9077093"/>
              <a:gd name="connsiteY2" fmla="*/ 3447254 h 3930010"/>
              <a:gd name="connsiteX3" fmla="*/ 9077093 w 9077093"/>
              <a:gd name="connsiteY3" fmla="*/ 3893303 h 3930010"/>
              <a:gd name="connsiteX0" fmla="*/ 0 w 9077093"/>
              <a:gd name="connsiteY0" fmla="*/ 0 h 3928483"/>
              <a:gd name="connsiteX1" fmla="*/ 3546089 w 9077093"/>
              <a:gd name="connsiteY1" fmla="*/ 814039 h 3928483"/>
              <a:gd name="connsiteX2" fmla="*/ 7928517 w 9077093"/>
              <a:gd name="connsiteY2" fmla="*/ 3445727 h 3928483"/>
              <a:gd name="connsiteX3" fmla="*/ 9077093 w 9077093"/>
              <a:gd name="connsiteY3" fmla="*/ 3891776 h 3928483"/>
              <a:gd name="connsiteX0" fmla="*/ 0 w 9077093"/>
              <a:gd name="connsiteY0" fmla="*/ 0 h 3928483"/>
              <a:gd name="connsiteX1" fmla="*/ 5452947 w 9077093"/>
              <a:gd name="connsiteY1" fmla="*/ 1393902 h 3928483"/>
              <a:gd name="connsiteX2" fmla="*/ 7928517 w 9077093"/>
              <a:gd name="connsiteY2" fmla="*/ 3445727 h 3928483"/>
              <a:gd name="connsiteX3" fmla="*/ 9077093 w 9077093"/>
              <a:gd name="connsiteY3" fmla="*/ 3891776 h 3928483"/>
              <a:gd name="connsiteX0" fmla="*/ 0 w 9077093"/>
              <a:gd name="connsiteY0" fmla="*/ 0 h 3928483"/>
              <a:gd name="connsiteX1" fmla="*/ 5207620 w 9077093"/>
              <a:gd name="connsiteY1" fmla="*/ 1182029 h 3928483"/>
              <a:gd name="connsiteX2" fmla="*/ 7928517 w 9077093"/>
              <a:gd name="connsiteY2" fmla="*/ 3445727 h 3928483"/>
              <a:gd name="connsiteX3" fmla="*/ 9077093 w 9077093"/>
              <a:gd name="connsiteY3" fmla="*/ 3891776 h 3928483"/>
              <a:gd name="connsiteX0" fmla="*/ 0 w 9077093"/>
              <a:gd name="connsiteY0" fmla="*/ 0 h 3898838"/>
              <a:gd name="connsiteX1" fmla="*/ 5207620 w 9077093"/>
              <a:gd name="connsiteY1" fmla="*/ 1182029 h 3898838"/>
              <a:gd name="connsiteX2" fmla="*/ 8028878 w 9077093"/>
              <a:gd name="connsiteY2" fmla="*/ 3066585 h 3898838"/>
              <a:gd name="connsiteX3" fmla="*/ 9077093 w 9077093"/>
              <a:gd name="connsiteY3" fmla="*/ 3891776 h 3898838"/>
              <a:gd name="connsiteX0" fmla="*/ 0 w 9032489"/>
              <a:gd name="connsiteY0" fmla="*/ 0 h 3986732"/>
              <a:gd name="connsiteX1" fmla="*/ 5207620 w 9032489"/>
              <a:gd name="connsiteY1" fmla="*/ 1182029 h 3986732"/>
              <a:gd name="connsiteX2" fmla="*/ 8028878 w 9032489"/>
              <a:gd name="connsiteY2" fmla="*/ 3066585 h 3986732"/>
              <a:gd name="connsiteX3" fmla="*/ 9032489 w 9032489"/>
              <a:gd name="connsiteY3" fmla="*/ 3980986 h 3986732"/>
              <a:gd name="connsiteX0" fmla="*/ 0 w 9032489"/>
              <a:gd name="connsiteY0" fmla="*/ 0 h 3986732"/>
              <a:gd name="connsiteX1" fmla="*/ 5040352 w 9032489"/>
              <a:gd name="connsiteY1" fmla="*/ 1315844 h 3986732"/>
              <a:gd name="connsiteX2" fmla="*/ 8028878 w 9032489"/>
              <a:gd name="connsiteY2" fmla="*/ 3066585 h 3986732"/>
              <a:gd name="connsiteX3" fmla="*/ 9032489 w 9032489"/>
              <a:gd name="connsiteY3" fmla="*/ 3980986 h 3986732"/>
              <a:gd name="connsiteX0" fmla="*/ 0 w 9032489"/>
              <a:gd name="connsiteY0" fmla="*/ 0 h 3989571"/>
              <a:gd name="connsiteX1" fmla="*/ 5040352 w 9032489"/>
              <a:gd name="connsiteY1" fmla="*/ 1315844 h 3989571"/>
              <a:gd name="connsiteX2" fmla="*/ 7865122 w 9032489"/>
              <a:gd name="connsiteY2" fmla="*/ 3226158 h 3989571"/>
              <a:gd name="connsiteX3" fmla="*/ 9032489 w 9032489"/>
              <a:gd name="connsiteY3" fmla="*/ 3980986 h 3989571"/>
              <a:gd name="connsiteX0" fmla="*/ 0 w 9032489"/>
              <a:gd name="connsiteY0" fmla="*/ 0 h 3989571"/>
              <a:gd name="connsiteX1" fmla="*/ 3662070 w 9032489"/>
              <a:gd name="connsiteY1" fmla="*/ 2147901 h 3989571"/>
              <a:gd name="connsiteX2" fmla="*/ 7865122 w 9032489"/>
              <a:gd name="connsiteY2" fmla="*/ 3226158 h 3989571"/>
              <a:gd name="connsiteX3" fmla="*/ 9032489 w 9032489"/>
              <a:gd name="connsiteY3" fmla="*/ 3980986 h 3989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032489" h="3989571">
                <a:moveTo>
                  <a:pt x="0" y="0"/>
                </a:moveTo>
                <a:cubicBezTo>
                  <a:pt x="1070517" y="3718"/>
                  <a:pt x="2351216" y="1610208"/>
                  <a:pt x="3662070" y="2147901"/>
                </a:cubicBezTo>
                <a:cubicBezTo>
                  <a:pt x="4972924" y="2685594"/>
                  <a:pt x="6803898" y="2661163"/>
                  <a:pt x="7865122" y="3226158"/>
                </a:cubicBezTo>
                <a:cubicBezTo>
                  <a:pt x="8926346" y="3791153"/>
                  <a:pt x="8988813" y="4040459"/>
                  <a:pt x="9032489" y="3980986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427DFFB7-57F4-398A-D993-C9BAE0C84AFB}"/>
              </a:ext>
            </a:extLst>
          </p:cNvPr>
          <p:cNvSpPr/>
          <p:nvPr/>
        </p:nvSpPr>
        <p:spPr>
          <a:xfrm>
            <a:off x="1572323" y="2085278"/>
            <a:ext cx="7417242" cy="3947533"/>
          </a:xfrm>
          <a:custGeom>
            <a:avLst/>
            <a:gdLst>
              <a:gd name="connsiteX0" fmla="*/ 9010185 w 9057307"/>
              <a:gd name="connsiteY0" fmla="*/ 0 h 3958683"/>
              <a:gd name="connsiteX1" fmla="*/ 8207298 w 9057307"/>
              <a:gd name="connsiteY1" fmla="*/ 669073 h 3958683"/>
              <a:gd name="connsiteX2" fmla="*/ 3189249 w 9057307"/>
              <a:gd name="connsiteY2" fmla="*/ 1092819 h 3958683"/>
              <a:gd name="connsiteX3" fmla="*/ 0 w 9057307"/>
              <a:gd name="connsiteY3" fmla="*/ 3958683 h 3958683"/>
              <a:gd name="connsiteX0" fmla="*/ 9010185 w 9057307"/>
              <a:gd name="connsiteY0" fmla="*/ 0 h 4014440"/>
              <a:gd name="connsiteX1" fmla="*/ 8207298 w 9057307"/>
              <a:gd name="connsiteY1" fmla="*/ 669073 h 4014440"/>
              <a:gd name="connsiteX2" fmla="*/ 3189249 w 9057307"/>
              <a:gd name="connsiteY2" fmla="*/ 1092819 h 4014440"/>
              <a:gd name="connsiteX3" fmla="*/ 0 w 9057307"/>
              <a:gd name="connsiteY3" fmla="*/ 4014440 h 4014440"/>
              <a:gd name="connsiteX0" fmla="*/ 9010185 w 9016142"/>
              <a:gd name="connsiteY0" fmla="*/ 0 h 4014440"/>
              <a:gd name="connsiteX1" fmla="*/ 7315200 w 9016142"/>
              <a:gd name="connsiteY1" fmla="*/ 524107 h 4014440"/>
              <a:gd name="connsiteX2" fmla="*/ 3189249 w 9016142"/>
              <a:gd name="connsiteY2" fmla="*/ 1092819 h 4014440"/>
              <a:gd name="connsiteX3" fmla="*/ 0 w 9016142"/>
              <a:gd name="connsiteY3" fmla="*/ 4014440 h 4014440"/>
              <a:gd name="connsiteX0" fmla="*/ 9021336 w 9027232"/>
              <a:gd name="connsiteY0" fmla="*/ 0 h 3791416"/>
              <a:gd name="connsiteX1" fmla="*/ 7315200 w 9027232"/>
              <a:gd name="connsiteY1" fmla="*/ 301083 h 3791416"/>
              <a:gd name="connsiteX2" fmla="*/ 3189249 w 9027232"/>
              <a:gd name="connsiteY2" fmla="*/ 869795 h 3791416"/>
              <a:gd name="connsiteX3" fmla="*/ 0 w 9027232"/>
              <a:gd name="connsiteY3" fmla="*/ 3791416 h 3791416"/>
              <a:gd name="connsiteX0" fmla="*/ 9021336 w 9021336"/>
              <a:gd name="connsiteY0" fmla="*/ 0 h 3791416"/>
              <a:gd name="connsiteX1" fmla="*/ 7315200 w 9021336"/>
              <a:gd name="connsiteY1" fmla="*/ 301083 h 3791416"/>
              <a:gd name="connsiteX2" fmla="*/ 3189249 w 9021336"/>
              <a:gd name="connsiteY2" fmla="*/ 869795 h 3791416"/>
              <a:gd name="connsiteX3" fmla="*/ 0 w 9021336"/>
              <a:gd name="connsiteY3" fmla="*/ 3791416 h 3791416"/>
              <a:gd name="connsiteX0" fmla="*/ 9032487 w 9032487"/>
              <a:gd name="connsiteY0" fmla="*/ 0 h 3947533"/>
              <a:gd name="connsiteX1" fmla="*/ 7315200 w 9032487"/>
              <a:gd name="connsiteY1" fmla="*/ 457200 h 3947533"/>
              <a:gd name="connsiteX2" fmla="*/ 3189249 w 9032487"/>
              <a:gd name="connsiteY2" fmla="*/ 1025912 h 3947533"/>
              <a:gd name="connsiteX3" fmla="*/ 0 w 9032487"/>
              <a:gd name="connsiteY3" fmla="*/ 3947533 h 3947533"/>
              <a:gd name="connsiteX0" fmla="*/ 9032487 w 9032487"/>
              <a:gd name="connsiteY0" fmla="*/ 0 h 3947533"/>
              <a:gd name="connsiteX1" fmla="*/ 7426712 w 9032487"/>
              <a:gd name="connsiteY1" fmla="*/ 490653 h 3947533"/>
              <a:gd name="connsiteX2" fmla="*/ 3189249 w 9032487"/>
              <a:gd name="connsiteY2" fmla="*/ 1025912 h 3947533"/>
              <a:gd name="connsiteX3" fmla="*/ 0 w 9032487"/>
              <a:gd name="connsiteY3" fmla="*/ 3947533 h 3947533"/>
              <a:gd name="connsiteX0" fmla="*/ 9032487 w 9032487"/>
              <a:gd name="connsiteY0" fmla="*/ 0 h 3947533"/>
              <a:gd name="connsiteX1" fmla="*/ 7370956 w 9032487"/>
              <a:gd name="connsiteY1" fmla="*/ 457200 h 3947533"/>
              <a:gd name="connsiteX2" fmla="*/ 3189249 w 9032487"/>
              <a:gd name="connsiteY2" fmla="*/ 1025912 h 3947533"/>
              <a:gd name="connsiteX3" fmla="*/ 0 w 9032487"/>
              <a:gd name="connsiteY3" fmla="*/ 3947533 h 3947533"/>
              <a:gd name="connsiteX0" fmla="*/ 9032487 w 9032487"/>
              <a:gd name="connsiteY0" fmla="*/ 0 h 3947533"/>
              <a:gd name="connsiteX1" fmla="*/ 7426712 w 9032487"/>
              <a:gd name="connsiteY1" fmla="*/ 524108 h 3947533"/>
              <a:gd name="connsiteX2" fmla="*/ 3189249 w 9032487"/>
              <a:gd name="connsiteY2" fmla="*/ 1025912 h 3947533"/>
              <a:gd name="connsiteX3" fmla="*/ 0 w 9032487"/>
              <a:gd name="connsiteY3" fmla="*/ 3947533 h 3947533"/>
              <a:gd name="connsiteX0" fmla="*/ 9032487 w 9032487"/>
              <a:gd name="connsiteY0" fmla="*/ 0 h 3947533"/>
              <a:gd name="connsiteX1" fmla="*/ 7426712 w 9032487"/>
              <a:gd name="connsiteY1" fmla="*/ 524108 h 3947533"/>
              <a:gd name="connsiteX2" fmla="*/ 3189249 w 9032487"/>
              <a:gd name="connsiteY2" fmla="*/ 1025912 h 3947533"/>
              <a:gd name="connsiteX3" fmla="*/ 0 w 9032487"/>
              <a:gd name="connsiteY3" fmla="*/ 3947533 h 3947533"/>
              <a:gd name="connsiteX0" fmla="*/ 9032487 w 9032487"/>
              <a:gd name="connsiteY0" fmla="*/ 0 h 3947533"/>
              <a:gd name="connsiteX1" fmla="*/ 7426712 w 9032487"/>
              <a:gd name="connsiteY1" fmla="*/ 524108 h 3947533"/>
              <a:gd name="connsiteX2" fmla="*/ 3189249 w 9032487"/>
              <a:gd name="connsiteY2" fmla="*/ 1025912 h 3947533"/>
              <a:gd name="connsiteX3" fmla="*/ 0 w 9032487"/>
              <a:gd name="connsiteY3" fmla="*/ 3947533 h 3947533"/>
              <a:gd name="connsiteX0" fmla="*/ 9032487 w 9032487"/>
              <a:gd name="connsiteY0" fmla="*/ 0 h 3947533"/>
              <a:gd name="connsiteX1" fmla="*/ 7348654 w 9032487"/>
              <a:gd name="connsiteY1" fmla="*/ 512957 h 3947533"/>
              <a:gd name="connsiteX2" fmla="*/ 3189249 w 9032487"/>
              <a:gd name="connsiteY2" fmla="*/ 1025912 h 3947533"/>
              <a:gd name="connsiteX3" fmla="*/ 0 w 9032487"/>
              <a:gd name="connsiteY3" fmla="*/ 3947533 h 3947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032487" h="3947533">
                <a:moveTo>
                  <a:pt x="9032487" y="0"/>
                </a:moveTo>
                <a:cubicBezTo>
                  <a:pt x="8391292" y="165410"/>
                  <a:pt x="8233318" y="330821"/>
                  <a:pt x="7348654" y="512957"/>
                </a:cubicBezTo>
                <a:cubicBezTo>
                  <a:pt x="6463990" y="695093"/>
                  <a:pt x="4557132" y="477644"/>
                  <a:pt x="3189249" y="1025912"/>
                </a:cubicBezTo>
                <a:cubicBezTo>
                  <a:pt x="1821366" y="1574180"/>
                  <a:pt x="308517" y="3477323"/>
                  <a:pt x="0" y="3947533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591B999-2427-FAB4-475F-6B3824EE7DCA}"/>
                  </a:ext>
                </a:extLst>
              </p:cNvPr>
              <p:cNvSpPr txBox="1"/>
              <p:nvPr/>
            </p:nvSpPr>
            <p:spPr>
              <a:xfrm rot="16200000">
                <a:off x="-644877" y="2656267"/>
                <a:ext cx="303135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/>
                  <a:t>Rural Wage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b="1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591B999-2427-FAB4-475F-6B3824EE7D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644877" y="2656267"/>
                <a:ext cx="3031353" cy="523220"/>
              </a:xfrm>
              <a:prstGeom prst="rect">
                <a:avLst/>
              </a:prstGeom>
              <a:blipFill>
                <a:blip r:embed="rId2"/>
                <a:stretch>
                  <a:fillRect l="-14286" r="-30952" b="-46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6FF1496-C976-B170-A7C5-035EEC5F679F}"/>
                  </a:ext>
                </a:extLst>
              </p:cNvPr>
              <p:cNvSpPr txBox="1"/>
              <p:nvPr/>
            </p:nvSpPr>
            <p:spPr>
              <a:xfrm rot="5400000">
                <a:off x="8273705" y="2977235"/>
                <a:ext cx="303135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/>
                  <a:t>City Wage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sub>
                    </m:sSub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b="1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6FF1496-C976-B170-A7C5-035EEC5F67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8273705" y="2977235"/>
                <a:ext cx="3031353" cy="523220"/>
              </a:xfrm>
              <a:prstGeom prst="rect">
                <a:avLst/>
              </a:prstGeom>
              <a:blipFill>
                <a:blip r:embed="rId3"/>
                <a:stretch>
                  <a:fillRect l="-33333" t="-4167" r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C9D99CF-9993-E862-67E2-EDEBB712E920}"/>
                  </a:ext>
                </a:extLst>
              </p:cNvPr>
              <p:cNvSpPr txBox="1"/>
              <p:nvPr/>
            </p:nvSpPr>
            <p:spPr>
              <a:xfrm>
                <a:off x="1063086" y="5209214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C9D99CF-9993-E862-67E2-EDEBB712E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086" y="5209214"/>
                <a:ext cx="60960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A2589E9-7FA4-E032-C248-ECBCEA10E8F7}"/>
                  </a:ext>
                </a:extLst>
              </p:cNvPr>
              <p:cNvSpPr txBox="1"/>
              <p:nvPr/>
            </p:nvSpPr>
            <p:spPr>
              <a:xfrm>
                <a:off x="1058031" y="4589653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A2589E9-7FA4-E032-C248-ECBCEA10E8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031" y="4589653"/>
                <a:ext cx="60960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EF10C6A-7F23-3C20-FFDF-40C987EBB635}"/>
                  </a:ext>
                </a:extLst>
              </p:cNvPr>
              <p:cNvSpPr txBox="1"/>
              <p:nvPr/>
            </p:nvSpPr>
            <p:spPr>
              <a:xfrm>
                <a:off x="1073718" y="3970092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EF10C6A-7F23-3C20-FFDF-40C987EBB6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718" y="3970092"/>
                <a:ext cx="60960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CB44C18-B349-3FAE-451B-92C6991F4D17}"/>
                  </a:ext>
                </a:extLst>
              </p:cNvPr>
              <p:cNvSpPr txBox="1"/>
              <p:nvPr/>
            </p:nvSpPr>
            <p:spPr>
              <a:xfrm>
                <a:off x="1071020" y="3352025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CB44C18-B349-3FAE-451B-92C6991F4D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020" y="3352025"/>
                <a:ext cx="60960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5A72ADA-4BCE-894E-F2F8-412D7AF3277D}"/>
                  </a:ext>
                </a:extLst>
              </p:cNvPr>
              <p:cNvSpPr txBox="1"/>
              <p:nvPr/>
            </p:nvSpPr>
            <p:spPr>
              <a:xfrm>
                <a:off x="1058031" y="2733211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5A72ADA-4BCE-894E-F2F8-412D7AF327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031" y="2733211"/>
                <a:ext cx="60960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A655DF4-5378-6FEF-0780-F146F660AD2E}"/>
                  </a:ext>
                </a:extLst>
              </p:cNvPr>
              <p:cNvSpPr txBox="1"/>
              <p:nvPr/>
            </p:nvSpPr>
            <p:spPr>
              <a:xfrm>
                <a:off x="1063531" y="2157820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A655DF4-5378-6FEF-0780-F146F660AD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531" y="2157820"/>
                <a:ext cx="60960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A05818F-F70B-B86A-54C6-6C8B1DA0FE58}"/>
                  </a:ext>
                </a:extLst>
              </p:cNvPr>
              <p:cNvSpPr txBox="1"/>
              <p:nvPr/>
            </p:nvSpPr>
            <p:spPr>
              <a:xfrm>
                <a:off x="1055648" y="1584264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A05818F-F70B-B86A-54C6-6C8B1DA0FE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648" y="1584264"/>
                <a:ext cx="609600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3D708AC9-2478-B614-6BC8-E29FAB63AC07}"/>
                  </a:ext>
                </a:extLst>
              </p:cNvPr>
              <p:cNvSpPr txBox="1"/>
              <p:nvPr/>
            </p:nvSpPr>
            <p:spPr>
              <a:xfrm>
                <a:off x="2048107" y="5999429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3D708AC9-2478-B614-6BC8-E29FAB63AC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8107" y="5999429"/>
                <a:ext cx="60960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BF13E850-0C4D-988E-46A0-82A34865D812}"/>
                  </a:ext>
                </a:extLst>
              </p:cNvPr>
              <p:cNvSpPr txBox="1"/>
              <p:nvPr/>
            </p:nvSpPr>
            <p:spPr>
              <a:xfrm>
                <a:off x="2813999" y="5993073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BF13E850-0C4D-988E-46A0-82A34865D8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3999" y="5993073"/>
                <a:ext cx="609600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85F827C5-202C-4122-24F5-E96688285482}"/>
                  </a:ext>
                </a:extLst>
              </p:cNvPr>
              <p:cNvSpPr txBox="1"/>
              <p:nvPr/>
            </p:nvSpPr>
            <p:spPr>
              <a:xfrm>
                <a:off x="3525468" y="6010169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85F827C5-202C-4122-24F5-E96688285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5468" y="6010169"/>
                <a:ext cx="609600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85E9C17D-4CAF-DB22-8C55-114E25E912F2}"/>
                  </a:ext>
                </a:extLst>
              </p:cNvPr>
              <p:cNvSpPr txBox="1"/>
              <p:nvPr/>
            </p:nvSpPr>
            <p:spPr>
              <a:xfrm>
                <a:off x="4257907" y="5996748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85E9C17D-4CAF-DB22-8C55-114E25E912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7907" y="5996748"/>
                <a:ext cx="609600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F2B63243-5DC3-E9EC-A0C6-644833459C0D}"/>
                  </a:ext>
                </a:extLst>
              </p:cNvPr>
              <p:cNvSpPr txBox="1"/>
              <p:nvPr/>
            </p:nvSpPr>
            <p:spPr>
              <a:xfrm>
                <a:off x="4993888" y="5996016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F2B63243-5DC3-E9EC-A0C6-644833459C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3888" y="5996016"/>
                <a:ext cx="60960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A4A18F50-A535-2F88-CCD7-8A21F8A51336}"/>
                  </a:ext>
                </a:extLst>
              </p:cNvPr>
              <p:cNvSpPr txBox="1"/>
              <p:nvPr/>
            </p:nvSpPr>
            <p:spPr>
              <a:xfrm>
                <a:off x="5748454" y="6006756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A4A18F50-A535-2F88-CCD7-8A21F8A513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8454" y="6006756"/>
                <a:ext cx="60960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03E379AB-110C-359F-A0E6-138FCC68445E}"/>
                  </a:ext>
                </a:extLst>
              </p:cNvPr>
              <p:cNvSpPr txBox="1"/>
              <p:nvPr/>
            </p:nvSpPr>
            <p:spPr>
              <a:xfrm>
                <a:off x="6517886" y="6016790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03E379AB-110C-359F-A0E6-138FCC6844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7886" y="6016790"/>
                <a:ext cx="609600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5673DFC0-D2A2-3AFF-C44F-7CE975BC283E}"/>
                  </a:ext>
                </a:extLst>
              </p:cNvPr>
              <p:cNvSpPr txBox="1"/>
              <p:nvPr/>
            </p:nvSpPr>
            <p:spPr>
              <a:xfrm>
                <a:off x="7258115" y="6016468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5673DFC0-D2A2-3AFF-C44F-7CE975BC28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8115" y="6016468"/>
                <a:ext cx="609600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8452B90B-9A0A-7B8E-AFFE-C5972925F828}"/>
                  </a:ext>
                </a:extLst>
              </p:cNvPr>
              <p:cNvSpPr txBox="1"/>
              <p:nvPr/>
            </p:nvSpPr>
            <p:spPr>
              <a:xfrm>
                <a:off x="7961971" y="6010169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8452B90B-9A0A-7B8E-AFFE-C5972925F8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1971" y="6010169"/>
                <a:ext cx="609600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F788C9EC-09EE-67E9-4E9E-C52B23C48B57}"/>
                  </a:ext>
                </a:extLst>
              </p:cNvPr>
              <p:cNvSpPr txBox="1"/>
              <p:nvPr/>
            </p:nvSpPr>
            <p:spPr>
              <a:xfrm>
                <a:off x="8705385" y="6006756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F788C9EC-09EE-67E9-4E9E-C52B23C48B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5385" y="6006756"/>
                <a:ext cx="609600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F4C56EE8-68E3-940D-77AE-E72837EF1F27}"/>
                  </a:ext>
                </a:extLst>
              </p:cNvPr>
              <p:cNvSpPr txBox="1"/>
              <p:nvPr/>
            </p:nvSpPr>
            <p:spPr>
              <a:xfrm>
                <a:off x="8918232" y="5209214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F4C56EE8-68E3-940D-77AE-E72837EF1F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8232" y="5209214"/>
                <a:ext cx="609600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C3E1D71E-A34A-6B8A-6272-BE4D66341B4A}"/>
                  </a:ext>
                </a:extLst>
              </p:cNvPr>
              <p:cNvSpPr txBox="1"/>
              <p:nvPr/>
            </p:nvSpPr>
            <p:spPr>
              <a:xfrm>
                <a:off x="8913177" y="4589653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C3E1D71E-A34A-6B8A-6272-BE4D66341B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3177" y="4589653"/>
                <a:ext cx="609600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076453AA-F9C7-F83C-796F-337769791A70}"/>
                  </a:ext>
                </a:extLst>
              </p:cNvPr>
              <p:cNvSpPr txBox="1"/>
              <p:nvPr/>
            </p:nvSpPr>
            <p:spPr>
              <a:xfrm>
                <a:off x="8928864" y="3970092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076453AA-F9C7-F83C-796F-337769791A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8864" y="3970092"/>
                <a:ext cx="609600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47B066B2-619C-A5AD-218D-97370B03C6D4}"/>
                  </a:ext>
                </a:extLst>
              </p:cNvPr>
              <p:cNvSpPr txBox="1"/>
              <p:nvPr/>
            </p:nvSpPr>
            <p:spPr>
              <a:xfrm>
                <a:off x="8926166" y="3352025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𝟏𝟐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47B066B2-619C-A5AD-218D-97370B03C6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6166" y="3352025"/>
                <a:ext cx="609600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DC1446D1-A006-A65D-7598-D84E0700F376}"/>
                  </a:ext>
                </a:extLst>
              </p:cNvPr>
              <p:cNvSpPr txBox="1"/>
              <p:nvPr/>
            </p:nvSpPr>
            <p:spPr>
              <a:xfrm>
                <a:off x="8913177" y="2733211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𝟏𝟓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DC1446D1-A006-A65D-7598-D84E0700F3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3177" y="2733211"/>
                <a:ext cx="609600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AC71566C-46CB-5A1D-5946-B321F0015263}"/>
                  </a:ext>
                </a:extLst>
              </p:cNvPr>
              <p:cNvSpPr txBox="1"/>
              <p:nvPr/>
            </p:nvSpPr>
            <p:spPr>
              <a:xfrm>
                <a:off x="8918677" y="2157820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𝟏𝟖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AC71566C-46CB-5A1D-5946-B321F00152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8677" y="2157820"/>
                <a:ext cx="609600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5F7CE6CC-252A-3D9E-A5FD-F4506A517D74}"/>
                  </a:ext>
                </a:extLst>
              </p:cNvPr>
              <p:cNvSpPr txBox="1"/>
              <p:nvPr/>
            </p:nvSpPr>
            <p:spPr>
              <a:xfrm>
                <a:off x="8910794" y="1584264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𝟐𝟏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5F7CE6CC-252A-3D9E-A5FD-F4506A517D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0794" y="1584264"/>
                <a:ext cx="609600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17592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CEF5762-EE7F-212F-C157-BD3B24712AFF}"/>
              </a:ext>
            </a:extLst>
          </p:cNvPr>
          <p:cNvGrpSpPr/>
          <p:nvPr/>
        </p:nvGrpSpPr>
        <p:grpSpPr>
          <a:xfrm>
            <a:off x="1989060" y="834073"/>
            <a:ext cx="9089136" cy="5189854"/>
            <a:chOff x="1297684" y="804672"/>
            <a:chExt cx="9089136" cy="5102352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AE925242-61FD-6BEB-D489-7E3EE67E713D}"/>
                </a:ext>
              </a:extLst>
            </p:cNvPr>
            <p:cNvCxnSpPr/>
            <p:nvPr/>
          </p:nvCxnSpPr>
          <p:spPr>
            <a:xfrm>
              <a:off x="1316736" y="804672"/>
              <a:ext cx="0" cy="510235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ED3AABE5-1056-93C1-2E70-D901877102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97684" y="5879972"/>
              <a:ext cx="9089136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20CF8BE-6655-9901-FED3-C61201DCFAFC}"/>
              </a:ext>
            </a:extLst>
          </p:cNvPr>
          <p:cNvCxnSpPr>
            <a:cxnSpLocks/>
          </p:cNvCxnSpPr>
          <p:nvPr/>
        </p:nvCxnSpPr>
        <p:spPr>
          <a:xfrm flipH="1">
            <a:off x="2008112" y="1434455"/>
            <a:ext cx="8540942" cy="4561956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475308D-6C72-2387-6DFE-DAE6FFC2721C}"/>
              </a:ext>
            </a:extLst>
          </p:cNvPr>
          <p:cNvCxnSpPr>
            <a:cxnSpLocks/>
          </p:cNvCxnSpPr>
          <p:nvPr/>
        </p:nvCxnSpPr>
        <p:spPr>
          <a:xfrm>
            <a:off x="2008112" y="1902806"/>
            <a:ext cx="8663605" cy="3579541"/>
          </a:xfrm>
          <a:prstGeom prst="line">
            <a:avLst/>
          </a:prstGeom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9014D18-CF48-90ED-492D-7BF73981D319}"/>
                  </a:ext>
                </a:extLst>
              </p:cNvPr>
              <p:cNvSpPr txBox="1"/>
              <p:nvPr/>
            </p:nvSpPr>
            <p:spPr>
              <a:xfrm>
                <a:off x="10690769" y="5215864"/>
                <a:ext cx="457859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𝑫</m:t>
                      </m:r>
                    </m:oMath>
                  </m:oMathPara>
                </a14:m>
                <a:endParaRPr lang="en-US" sz="2800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9014D18-CF48-90ED-492D-7BF73981D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0769" y="5215864"/>
                <a:ext cx="457859" cy="523220"/>
              </a:xfrm>
              <a:prstGeom prst="rect">
                <a:avLst/>
              </a:prstGeom>
              <a:blipFill>
                <a:blip r:embed="rId2"/>
                <a:stretch>
                  <a:fillRect l="-5405" r="-540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66ACE2B-BAF0-A0A7-908B-9707B8AAEEDE}"/>
                  </a:ext>
                </a:extLst>
              </p:cNvPr>
              <p:cNvSpPr txBox="1"/>
              <p:nvPr/>
            </p:nvSpPr>
            <p:spPr>
              <a:xfrm>
                <a:off x="10565514" y="1122259"/>
                <a:ext cx="457859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</m:oMath>
                  </m:oMathPara>
                </a14:m>
                <a:endParaRPr lang="en-US" sz="2800" b="1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66ACE2B-BAF0-A0A7-908B-9707B8AAEE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5514" y="1122259"/>
                <a:ext cx="457859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A6D578C5-539F-70B8-578C-1318C7D8CC07}"/>
              </a:ext>
            </a:extLst>
          </p:cNvPr>
          <p:cNvSpPr txBox="1"/>
          <p:nvPr/>
        </p:nvSpPr>
        <p:spPr>
          <a:xfrm rot="16200000">
            <a:off x="1181037" y="1094783"/>
            <a:ext cx="10928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Price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967AE6-CDAF-5BBF-3FBF-2840F9EBA918}"/>
              </a:ext>
            </a:extLst>
          </p:cNvPr>
          <p:cNvSpPr txBox="1"/>
          <p:nvPr/>
        </p:nvSpPr>
        <p:spPr>
          <a:xfrm>
            <a:off x="9302777" y="6023927"/>
            <a:ext cx="16169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Quantity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0383445-75E9-1302-628D-A2C7375E572E}"/>
              </a:ext>
            </a:extLst>
          </p:cNvPr>
          <p:cNvCxnSpPr>
            <a:cxnSpLocks/>
          </p:cNvCxnSpPr>
          <p:nvPr/>
        </p:nvCxnSpPr>
        <p:spPr>
          <a:xfrm>
            <a:off x="2008112" y="3692682"/>
            <a:ext cx="4256318" cy="0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08E1987-4FA1-7A09-EC0F-E819CE34AA0E}"/>
              </a:ext>
            </a:extLst>
          </p:cNvPr>
          <p:cNvCxnSpPr>
            <a:cxnSpLocks/>
          </p:cNvCxnSpPr>
          <p:nvPr/>
        </p:nvCxnSpPr>
        <p:spPr>
          <a:xfrm>
            <a:off x="2008112" y="4703726"/>
            <a:ext cx="6767898" cy="0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B1FDA83-D743-0F7A-760F-F9E444AF9159}"/>
              </a:ext>
            </a:extLst>
          </p:cNvPr>
          <p:cNvCxnSpPr>
            <a:cxnSpLocks/>
          </p:cNvCxnSpPr>
          <p:nvPr/>
        </p:nvCxnSpPr>
        <p:spPr>
          <a:xfrm flipV="1">
            <a:off x="6320187" y="3697896"/>
            <a:ext cx="0" cy="2303729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3655E61-F961-CB77-7E1C-3009C74CC95B}"/>
              </a:ext>
            </a:extLst>
          </p:cNvPr>
          <p:cNvCxnSpPr>
            <a:cxnSpLocks/>
          </p:cNvCxnSpPr>
          <p:nvPr/>
        </p:nvCxnSpPr>
        <p:spPr>
          <a:xfrm flipV="1">
            <a:off x="4398461" y="4703726"/>
            <a:ext cx="0" cy="1320201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FF4E5B2-4957-F00A-059D-F9976C57991C}"/>
              </a:ext>
            </a:extLst>
          </p:cNvPr>
          <p:cNvCxnSpPr>
            <a:cxnSpLocks/>
          </p:cNvCxnSpPr>
          <p:nvPr/>
        </p:nvCxnSpPr>
        <p:spPr>
          <a:xfrm flipV="1">
            <a:off x="8776010" y="4676210"/>
            <a:ext cx="0" cy="1320201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71676896-A9C8-D134-BE1B-97E87D696630}"/>
              </a:ext>
            </a:extLst>
          </p:cNvPr>
          <p:cNvSpPr/>
          <p:nvPr/>
        </p:nvSpPr>
        <p:spPr>
          <a:xfrm>
            <a:off x="4275386" y="4596836"/>
            <a:ext cx="246150" cy="247711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190BA93-F997-6497-BA1E-BB88A4968AD5}"/>
              </a:ext>
            </a:extLst>
          </p:cNvPr>
          <p:cNvSpPr/>
          <p:nvPr/>
        </p:nvSpPr>
        <p:spPr>
          <a:xfrm>
            <a:off x="8652936" y="4547141"/>
            <a:ext cx="246150" cy="247711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3053BD7-2BBC-B271-8892-9D0FB89ADCC2}"/>
                  </a:ext>
                </a:extLst>
              </p:cNvPr>
              <p:cNvSpPr txBox="1"/>
              <p:nvPr/>
            </p:nvSpPr>
            <p:spPr>
              <a:xfrm>
                <a:off x="4136271" y="6023927"/>
                <a:ext cx="6096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sub>
                        <m:sup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bSup>
                    </m:oMath>
                  </m:oMathPara>
                </a14:m>
                <a:endParaRPr lang="en-US" sz="2800" b="1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3053BD7-2BBC-B271-8892-9D0FB89ADC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6271" y="6023927"/>
                <a:ext cx="609600" cy="523220"/>
              </a:xfrm>
              <a:prstGeom prst="rect">
                <a:avLst/>
              </a:prstGeom>
              <a:blipFill>
                <a:blip r:embed="rId4"/>
                <a:stretch>
                  <a:fillRect l="-10204" t="-7143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3F43506-FE6D-7439-F634-F0C73AA9E25F}"/>
                  </a:ext>
                </a:extLst>
              </p:cNvPr>
              <p:cNvSpPr txBox="1"/>
              <p:nvPr/>
            </p:nvSpPr>
            <p:spPr>
              <a:xfrm>
                <a:off x="8524083" y="6023927"/>
                <a:ext cx="609600" cy="5326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sub>
                        <m:sup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bSup>
                    </m:oMath>
                  </m:oMathPara>
                </a14:m>
                <a:endParaRPr lang="en-US" sz="2800" b="1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3F43506-FE6D-7439-F634-F0C73AA9E2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4083" y="6023927"/>
                <a:ext cx="609600" cy="532646"/>
              </a:xfrm>
              <a:prstGeom prst="rect">
                <a:avLst/>
              </a:prstGeom>
              <a:blipFill>
                <a:blip r:embed="rId5"/>
                <a:stretch>
                  <a:fillRect l="-10204" t="-6977" r="-2041"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36CD908-54CB-8EE5-D893-4442AEC237C4}"/>
                  </a:ext>
                </a:extLst>
              </p:cNvPr>
              <p:cNvSpPr txBox="1"/>
              <p:nvPr/>
            </p:nvSpPr>
            <p:spPr>
              <a:xfrm>
                <a:off x="311504" y="4459081"/>
                <a:ext cx="167755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p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sup>
                      </m:sSup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𝟐𝟓</m:t>
                      </m:r>
                    </m:oMath>
                  </m:oMathPara>
                </a14:m>
                <a:endParaRPr lang="en-US" sz="2800" b="1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36CD908-54CB-8EE5-D893-4442AEC237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504" y="4459081"/>
                <a:ext cx="1677556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B0A6ABC-AAFE-0186-87BC-99DEF382E36A}"/>
                  </a:ext>
                </a:extLst>
              </p:cNvPr>
              <p:cNvSpPr txBox="1"/>
              <p:nvPr/>
            </p:nvSpPr>
            <p:spPr>
              <a:xfrm>
                <a:off x="1438865" y="3438524"/>
                <a:ext cx="57716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p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sz="2800" b="1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B0A6ABC-AAFE-0186-87BC-99DEF382E3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8865" y="3438524"/>
                <a:ext cx="577168" cy="523220"/>
              </a:xfrm>
              <a:prstGeom prst="rect">
                <a:avLst/>
              </a:prstGeom>
              <a:blipFill>
                <a:blip r:embed="rId7"/>
                <a:stretch>
                  <a:fillRect l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49F4D3B-2E60-FF0E-EA26-FC619EDDE158}"/>
                  </a:ext>
                </a:extLst>
              </p:cNvPr>
              <p:cNvSpPr txBox="1"/>
              <p:nvPr/>
            </p:nvSpPr>
            <p:spPr>
              <a:xfrm>
                <a:off x="6051330" y="6023927"/>
                <a:ext cx="57716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p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sz="2800" b="1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49F4D3B-2E60-FF0E-EA26-FC619EDDE1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1330" y="6023927"/>
                <a:ext cx="577168" cy="523220"/>
              </a:xfrm>
              <a:prstGeom prst="rect">
                <a:avLst/>
              </a:prstGeom>
              <a:blipFill>
                <a:blip r:embed="rId8"/>
                <a:stretch>
                  <a:fillRect l="-10870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0856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riangle 32">
            <a:extLst>
              <a:ext uri="{FF2B5EF4-FFF2-40B4-BE49-F238E27FC236}">
                <a16:creationId xmlns:a16="http://schemas.microsoft.com/office/drawing/2014/main" id="{5759AB8C-6076-08D3-10AB-C193E4CDFEB2}"/>
              </a:ext>
            </a:extLst>
          </p:cNvPr>
          <p:cNvSpPr/>
          <p:nvPr/>
        </p:nvSpPr>
        <p:spPr>
          <a:xfrm flipH="1">
            <a:off x="7560114" y="4234267"/>
            <a:ext cx="1167771" cy="464246"/>
          </a:xfrm>
          <a:prstGeom prst="triangle">
            <a:avLst>
              <a:gd name="adj" fmla="val 100000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riangle 31">
            <a:extLst>
              <a:ext uri="{FF2B5EF4-FFF2-40B4-BE49-F238E27FC236}">
                <a16:creationId xmlns:a16="http://schemas.microsoft.com/office/drawing/2014/main" id="{D145CFFA-B47D-74DC-2959-961F72C2AB17}"/>
              </a:ext>
            </a:extLst>
          </p:cNvPr>
          <p:cNvSpPr/>
          <p:nvPr/>
        </p:nvSpPr>
        <p:spPr>
          <a:xfrm>
            <a:off x="4448105" y="4293063"/>
            <a:ext cx="828787" cy="405449"/>
          </a:xfrm>
          <a:prstGeom prst="triangle">
            <a:avLst>
              <a:gd name="adj" fmla="val 100000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CBF460E-AF9D-CD81-5125-71E9EDEB6D0F}"/>
              </a:ext>
            </a:extLst>
          </p:cNvPr>
          <p:cNvCxnSpPr>
            <a:cxnSpLocks/>
          </p:cNvCxnSpPr>
          <p:nvPr/>
        </p:nvCxnSpPr>
        <p:spPr>
          <a:xfrm>
            <a:off x="1989060" y="4220506"/>
            <a:ext cx="5616072" cy="0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F915115C-2DC4-FA6F-E885-9A88F5096C08}"/>
              </a:ext>
            </a:extLst>
          </p:cNvPr>
          <p:cNvGrpSpPr/>
          <p:nvPr/>
        </p:nvGrpSpPr>
        <p:grpSpPr>
          <a:xfrm>
            <a:off x="1989060" y="834073"/>
            <a:ext cx="9089136" cy="5189854"/>
            <a:chOff x="1297684" y="804672"/>
            <a:chExt cx="9089136" cy="5102352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4AE4C312-7EF0-7B6E-1F1A-0F8F355F8540}"/>
                </a:ext>
              </a:extLst>
            </p:cNvPr>
            <p:cNvCxnSpPr/>
            <p:nvPr/>
          </p:nvCxnSpPr>
          <p:spPr>
            <a:xfrm>
              <a:off x="1316736" y="804672"/>
              <a:ext cx="0" cy="510235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B5AC9E19-6F83-3542-76D8-79DEDB2DAA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97684" y="5879972"/>
              <a:ext cx="9089136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7D7C652-395B-DE11-94D5-049E6BDF3103}"/>
              </a:ext>
            </a:extLst>
          </p:cNvPr>
          <p:cNvCxnSpPr>
            <a:cxnSpLocks/>
          </p:cNvCxnSpPr>
          <p:nvPr/>
        </p:nvCxnSpPr>
        <p:spPr>
          <a:xfrm flipH="1">
            <a:off x="2008112" y="1434455"/>
            <a:ext cx="8540942" cy="4561956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B901B65-F1D5-129D-0367-DE697B943369}"/>
              </a:ext>
            </a:extLst>
          </p:cNvPr>
          <p:cNvCxnSpPr>
            <a:cxnSpLocks/>
          </p:cNvCxnSpPr>
          <p:nvPr/>
        </p:nvCxnSpPr>
        <p:spPr>
          <a:xfrm>
            <a:off x="2008112" y="1902806"/>
            <a:ext cx="8663605" cy="3579541"/>
          </a:xfrm>
          <a:prstGeom prst="line">
            <a:avLst/>
          </a:prstGeom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812FA97-257A-79A2-9315-A5042FF76F51}"/>
                  </a:ext>
                </a:extLst>
              </p:cNvPr>
              <p:cNvSpPr txBox="1"/>
              <p:nvPr/>
            </p:nvSpPr>
            <p:spPr>
              <a:xfrm>
                <a:off x="10690769" y="5215864"/>
                <a:ext cx="457859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𝑫</m:t>
                      </m:r>
                    </m:oMath>
                  </m:oMathPara>
                </a14:m>
                <a:endParaRPr lang="en-US" sz="2800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812FA97-257A-79A2-9315-A5042FF76F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0769" y="5215864"/>
                <a:ext cx="457859" cy="523220"/>
              </a:xfrm>
              <a:prstGeom prst="rect">
                <a:avLst/>
              </a:prstGeom>
              <a:blipFill>
                <a:blip r:embed="rId2"/>
                <a:stretch>
                  <a:fillRect l="-5405" r="-540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CD733DF-9210-C231-A17B-DE427600DBC7}"/>
                  </a:ext>
                </a:extLst>
              </p:cNvPr>
              <p:cNvSpPr txBox="1"/>
              <p:nvPr/>
            </p:nvSpPr>
            <p:spPr>
              <a:xfrm>
                <a:off x="10565514" y="1122259"/>
                <a:ext cx="457859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</m:oMath>
                  </m:oMathPara>
                </a14:m>
                <a:endParaRPr lang="en-US" sz="2800" b="1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CD733DF-9210-C231-A17B-DE427600DB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5514" y="1122259"/>
                <a:ext cx="457859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54F87793-6690-BD12-FE43-577F0A6F5FAA}"/>
              </a:ext>
            </a:extLst>
          </p:cNvPr>
          <p:cNvSpPr txBox="1"/>
          <p:nvPr/>
        </p:nvSpPr>
        <p:spPr>
          <a:xfrm rot="16200000">
            <a:off x="1181037" y="1094783"/>
            <a:ext cx="10928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Price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87E294-CDB6-5532-0AA6-7FE0ED0FFF02}"/>
              </a:ext>
            </a:extLst>
          </p:cNvPr>
          <p:cNvSpPr txBox="1"/>
          <p:nvPr/>
        </p:nvSpPr>
        <p:spPr>
          <a:xfrm>
            <a:off x="9302777" y="6023927"/>
            <a:ext cx="16169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Quantity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A94421F-778D-BC14-A56A-834C09874D2E}"/>
              </a:ext>
            </a:extLst>
          </p:cNvPr>
          <p:cNvCxnSpPr>
            <a:cxnSpLocks/>
          </p:cNvCxnSpPr>
          <p:nvPr/>
        </p:nvCxnSpPr>
        <p:spPr>
          <a:xfrm>
            <a:off x="2008112" y="3692682"/>
            <a:ext cx="4256318" cy="0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B327B38-6E7C-134E-7DD8-54A139D646B9}"/>
              </a:ext>
            </a:extLst>
          </p:cNvPr>
          <p:cNvCxnSpPr>
            <a:cxnSpLocks/>
          </p:cNvCxnSpPr>
          <p:nvPr/>
        </p:nvCxnSpPr>
        <p:spPr>
          <a:xfrm>
            <a:off x="2008112" y="4703726"/>
            <a:ext cx="6767898" cy="0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7938F29-BDB9-5D8C-7CC1-4E9D7D9D9F52}"/>
              </a:ext>
            </a:extLst>
          </p:cNvPr>
          <p:cNvCxnSpPr>
            <a:cxnSpLocks/>
          </p:cNvCxnSpPr>
          <p:nvPr/>
        </p:nvCxnSpPr>
        <p:spPr>
          <a:xfrm flipV="1">
            <a:off x="6320187" y="3697896"/>
            <a:ext cx="0" cy="2303729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313199D-8178-49FA-27CE-A3892A0FA551}"/>
              </a:ext>
            </a:extLst>
          </p:cNvPr>
          <p:cNvCxnSpPr>
            <a:cxnSpLocks/>
          </p:cNvCxnSpPr>
          <p:nvPr/>
        </p:nvCxnSpPr>
        <p:spPr>
          <a:xfrm flipV="1">
            <a:off x="5268986" y="4206747"/>
            <a:ext cx="0" cy="1789664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E13D9C5-279C-4FE3-F1B8-EC0688D7BD47}"/>
              </a:ext>
            </a:extLst>
          </p:cNvPr>
          <p:cNvCxnSpPr>
            <a:cxnSpLocks/>
          </p:cNvCxnSpPr>
          <p:nvPr/>
        </p:nvCxnSpPr>
        <p:spPr>
          <a:xfrm flipV="1">
            <a:off x="7560116" y="4206747"/>
            <a:ext cx="0" cy="1789664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A8D0D751-975D-127B-D4B8-7368A6D684BB}"/>
              </a:ext>
            </a:extLst>
          </p:cNvPr>
          <p:cNvSpPr/>
          <p:nvPr/>
        </p:nvSpPr>
        <p:spPr>
          <a:xfrm>
            <a:off x="5145911" y="4099857"/>
            <a:ext cx="246150" cy="247711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20697F5-825A-1193-D188-165E069C94E8}"/>
              </a:ext>
            </a:extLst>
          </p:cNvPr>
          <p:cNvSpPr/>
          <p:nvPr/>
        </p:nvSpPr>
        <p:spPr>
          <a:xfrm>
            <a:off x="7437042" y="4077678"/>
            <a:ext cx="246150" cy="247711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BC4E6DB-4F6D-4AC1-80F5-C989ECCA18AD}"/>
                  </a:ext>
                </a:extLst>
              </p:cNvPr>
              <p:cNvSpPr txBox="1"/>
              <p:nvPr/>
            </p:nvSpPr>
            <p:spPr>
              <a:xfrm>
                <a:off x="4961298" y="5998712"/>
                <a:ext cx="6096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sub>
                        <m:sup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bSup>
                    </m:oMath>
                  </m:oMathPara>
                </a14:m>
                <a:endParaRPr lang="en-US" sz="2800" b="1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BC4E6DB-4F6D-4AC1-80F5-C989ECCA18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1298" y="5998712"/>
                <a:ext cx="609600" cy="523220"/>
              </a:xfrm>
              <a:prstGeom prst="rect">
                <a:avLst/>
              </a:prstGeom>
              <a:blipFill>
                <a:blip r:embed="rId4"/>
                <a:stretch>
                  <a:fillRect l="-10204" t="-7143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9B806B8-7394-B5E0-51A5-9939F7A8805F}"/>
                  </a:ext>
                </a:extLst>
              </p:cNvPr>
              <p:cNvSpPr txBox="1"/>
              <p:nvPr/>
            </p:nvSpPr>
            <p:spPr>
              <a:xfrm>
                <a:off x="7255316" y="6014501"/>
                <a:ext cx="609600" cy="5326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sub>
                        <m:sup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bSup>
                    </m:oMath>
                  </m:oMathPara>
                </a14:m>
                <a:endParaRPr lang="en-US" sz="2800" b="1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9B806B8-7394-B5E0-51A5-9939F7A88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5316" y="6014501"/>
                <a:ext cx="609600" cy="532646"/>
              </a:xfrm>
              <a:prstGeom prst="rect">
                <a:avLst/>
              </a:prstGeom>
              <a:blipFill>
                <a:blip r:embed="rId5"/>
                <a:stretch>
                  <a:fillRect l="-10204" t="-4651" r="-4082"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75ADCEB-76BE-AA22-ABA0-B34AB7D535AF}"/>
                  </a:ext>
                </a:extLst>
              </p:cNvPr>
              <p:cNvSpPr txBox="1"/>
              <p:nvPr/>
            </p:nvSpPr>
            <p:spPr>
              <a:xfrm>
                <a:off x="882432" y="4519060"/>
                <a:ext cx="10978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𝟐𝟓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75ADCEB-76BE-AA22-ABA0-B34AB7D535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432" y="4519060"/>
                <a:ext cx="109780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C9EB33D-BB93-9891-D0D6-7B7888AA960B}"/>
                  </a:ext>
                </a:extLst>
              </p:cNvPr>
              <p:cNvSpPr txBox="1"/>
              <p:nvPr/>
            </p:nvSpPr>
            <p:spPr>
              <a:xfrm>
                <a:off x="1438864" y="3513926"/>
                <a:ext cx="5771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C9EB33D-BB93-9891-D0D6-7B7888AA96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8864" y="3513926"/>
                <a:ext cx="57716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7F5B0F2-7829-8BD9-D7AA-7F96368E4806}"/>
                  </a:ext>
                </a:extLst>
              </p:cNvPr>
              <p:cNvSpPr txBox="1"/>
              <p:nvPr/>
            </p:nvSpPr>
            <p:spPr>
              <a:xfrm>
                <a:off x="6051330" y="6023927"/>
                <a:ext cx="57716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p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sz="2800" b="1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7F5B0F2-7829-8BD9-D7AA-7F96368E48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1330" y="6023927"/>
                <a:ext cx="577168" cy="523220"/>
              </a:xfrm>
              <a:prstGeom prst="rect">
                <a:avLst/>
              </a:prstGeom>
              <a:blipFill>
                <a:blip r:embed="rId8"/>
                <a:stretch>
                  <a:fillRect l="-10870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FDC3E84-653F-3378-C5AE-F8A1ACE5A020}"/>
                  </a:ext>
                </a:extLst>
              </p:cNvPr>
              <p:cNvSpPr txBox="1"/>
              <p:nvPr/>
            </p:nvSpPr>
            <p:spPr>
              <a:xfrm>
                <a:off x="758286" y="3938897"/>
                <a:ext cx="125774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p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sup>
                      </m:sSup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en-US" sz="2800" b="1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FDC3E84-653F-3378-C5AE-F8A1ACE5A0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286" y="3938897"/>
                <a:ext cx="1257746" cy="523220"/>
              </a:xfrm>
              <a:prstGeom prst="rect">
                <a:avLst/>
              </a:prstGeom>
              <a:blipFill>
                <a:blip r:embed="rId9"/>
                <a:stretch>
                  <a:fillRect l="-1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0143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2033</TotalTime>
  <Words>394</Words>
  <Application>Microsoft Macintosh PowerPoint</Application>
  <PresentationFormat>Widescreen</PresentationFormat>
  <Paragraphs>198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 Rojas</dc:creator>
  <cp:lastModifiedBy>Jose Rojas</cp:lastModifiedBy>
  <cp:revision>12</cp:revision>
  <dcterms:created xsi:type="dcterms:W3CDTF">2025-10-05T07:28:11Z</dcterms:created>
  <dcterms:modified xsi:type="dcterms:W3CDTF">2025-11-20T05:30:55Z</dcterms:modified>
</cp:coreProperties>
</file>